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4"/>
  </p:notesMasterIdLst>
  <p:handoutMasterIdLst>
    <p:handoutMasterId r:id="rId5"/>
  </p:handoutMasterIdLst>
  <p:sldIdLst>
    <p:sldId id="274" r:id="rId2"/>
    <p:sldId id="273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a Vida Villanueva" initials="MVV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99"/>
  </p:clrMru>
</p:presentationPr>
</file>

<file path=ppt/tableStyles.xml><?xml version="1.0" encoding="utf-8"?>
<a:tblStyleLst xmlns:a="http://schemas.openxmlformats.org/drawingml/2006/main" def="{69D073F8-1565-44D7-B386-08B59EADF2EE}">
  <a:tblStyle styleId="{69D073F8-1565-44D7-B386-08B59EADF2EE}" styleName="PwC Table">
    <a:wholeTbl>
      <a:tcTxStyle>
        <a:fontRef idx="maj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38100" cmpd="sng">
              <a:noFill/>
            </a:ln>
          </a:bottom>
        </a:tcBdr>
      </a:tcStyle>
    </a:band1H>
    <a:band2H>
      <a:tcStyle>
        <a:tcBdr>
          <a:bottom>
            <a:ln w="38100" cmpd="sng">
              <a:noFill/>
            </a:ln>
          </a:bottom>
        </a:tcBdr>
      </a:tcStyle>
    </a:band2H>
    <a:firstCol>
      <a:tcTxStyle i="on">
        <a:fontRef idx="major">
          <a:prstClr val="black"/>
        </a:fontRef>
        <a:schemeClr val="dk1"/>
      </a:tcTxStyle>
      <a:tcStyle>
        <a:tcBdr/>
        <a:fill>
          <a:noFill/>
        </a:fill>
      </a:tcStyle>
    </a:firstCol>
    <a:firstRow>
      <a:tcTxStyle b="on">
        <a:fontRef idx="major">
          <a:prstClr val="black"/>
        </a:fontRef>
        <a:schemeClr val="dk2"/>
      </a:tcTxStyle>
      <a:tcStyle>
        <a:tcBdr>
          <a:bottom>
            <a:ln w="38100" cmpd="sng">
              <a:noFill/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5" autoAdjust="0"/>
    <p:restoredTop sz="74552" autoAdjust="0"/>
  </p:normalViewPr>
  <p:slideViewPr>
    <p:cSldViewPr>
      <p:cViewPr>
        <p:scale>
          <a:sx n="75" d="100"/>
          <a:sy n="75" d="100"/>
        </p:scale>
        <p:origin x="972" y="1428"/>
      </p:cViewPr>
      <p:guideLst>
        <p:guide orient="horz" pos="144"/>
        <p:guide orient="horz" pos="436"/>
        <p:guide orient="horz" pos="4179"/>
        <p:guide orient="horz" pos="3888"/>
        <p:guide orient="horz" pos="3984"/>
        <p:guide orient="horz" pos="1104"/>
        <p:guide orient="horz" pos="1008"/>
        <p:guide orient="horz" pos="2448"/>
        <p:guide orient="horz" pos="2544"/>
        <p:guide orient="horz" pos="336"/>
        <p:guide pos="2832"/>
        <p:guide pos="336"/>
        <p:guide pos="5424"/>
        <p:guide pos="2928"/>
        <p:guide pos="1968"/>
        <p:guide pos="2070"/>
        <p:guide pos="3792"/>
        <p:guide pos="1104"/>
        <p:guide pos="4656"/>
        <p:guide pos="4560"/>
        <p:guide pos="3696"/>
        <p:guide pos="1200"/>
      </p:guideLst>
    </p:cSldViewPr>
  </p:slideViewPr>
  <p:notesTextViewPr>
    <p:cViewPr>
      <p:scale>
        <a:sx n="100" d="100"/>
        <a:sy n="100" d="100"/>
      </p:scale>
      <p:origin x="0" y="3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8" d="100"/>
          <a:sy n="98" d="100"/>
        </p:scale>
        <p:origin x="-3564" y="-114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F05CFF-548C-4E04-B325-CF1209D66BDC}" type="datetimeFigureOut">
              <a:rPr lang="en-US" smtClean="0">
                <a:latin typeface="Arial" pitchFamily="34" charset="0"/>
                <a:cs typeface="Arial" pitchFamily="34" charset="0"/>
              </a:rPr>
              <a:pPr/>
              <a:t>4/8/2013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E90EF7-3E10-491C-87C2-59674BB3AAF6}" type="slidenum">
              <a:rPr lang="en-US" smtClean="0"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fld id="{5EFB8DA3-BCA9-4B7D-B50D-14F47506B614}" type="datetimeFigureOut">
              <a:rPr lang="en-US" smtClean="0"/>
              <a:pPr/>
              <a:t>4/8/2013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fld id="{F07B8F03-BC93-4120-96CA-A36DF640BE2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200" dirty="0" smtClean="0">
                <a:latin typeface="Arial" pitchFamily="34" charset="0"/>
                <a:cs typeface="Arial" pitchFamily="34" charset="0"/>
              </a:rPr>
              <a:t>Demonstrated ability to build “strong reputation of ability to deliver outside his core group”</a:t>
            </a:r>
            <a:endParaRPr lang="en-AU" sz="1200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200" dirty="0" smtClean="0">
                <a:latin typeface="Arial" pitchFamily="34" charset="0"/>
                <a:cs typeface="Arial" pitchFamily="34" charset="0"/>
              </a:rPr>
              <a:t>Developed Logical architecture for client. including content that can be leveraged on other clients</a:t>
            </a: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Has been asked to help develop firm POV</a:t>
            </a:r>
          </a:p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2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endParaRPr lang="en-AU" sz="1800" dirty="0" smtClean="0">
              <a:latin typeface="Arial" pitchFamily="34" charset="0"/>
              <a:cs typeface="Arial" pitchFamily="34" charset="0"/>
            </a:endParaRPr>
          </a:p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endParaRPr lang="en-AU" sz="1200" dirty="0" smtClean="0">
              <a:latin typeface="Arial" pitchFamily="34" charset="0"/>
              <a:cs typeface="Arial" pitchFamily="34" charset="0"/>
            </a:endParaRPr>
          </a:p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None/>
              <a:defRPr/>
            </a:pPr>
            <a:endParaRPr lang="en-AU" sz="1200" dirty="0" smtClean="0">
              <a:latin typeface="Arial" pitchFamily="34" charset="0"/>
              <a:cs typeface="Arial" pitchFamily="34" charset="0"/>
            </a:endParaRPr>
          </a:p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None/>
              <a:defRPr/>
            </a:pPr>
            <a:endParaRPr lang="en-AU" sz="1200" dirty="0" smtClean="0">
              <a:latin typeface="Arial" pitchFamily="34" charset="0"/>
              <a:cs typeface="Arial" pitchFamily="34" charset="0"/>
            </a:endParaRPr>
          </a:p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200" dirty="0" smtClean="0">
                <a:latin typeface="Arial" pitchFamily="34" charset="0"/>
                <a:cs typeface="Arial" pitchFamily="34" charset="0"/>
              </a:rPr>
              <a:t>Executed the plan while searching for a new </a:t>
            </a:r>
            <a:r>
              <a:rPr lang="en-AU" sz="1200" dirty="0" err="1" smtClean="0">
                <a:latin typeface="Arial" pitchFamily="34" charset="0"/>
                <a:cs typeface="Arial" pitchFamily="34" charset="0"/>
              </a:rPr>
              <a:t>projectCompleted</a:t>
            </a:r>
            <a:r>
              <a:rPr lang="en-AU" sz="1200" dirty="0" smtClean="0">
                <a:latin typeface="Arial" pitchFamily="34" charset="0"/>
                <a:cs typeface="Arial" pitchFamily="34" charset="0"/>
              </a:rPr>
              <a:t> 4 Payments Trainings</a:t>
            </a:r>
          </a:p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200" dirty="0" smtClean="0">
                <a:latin typeface="Arial" pitchFamily="34" charset="0"/>
                <a:cs typeface="Arial" pitchFamily="34" charset="0"/>
              </a:rPr>
              <a:t>Established new relationships with 4 Directors, 1 Manager and 1 Partner (in payments)</a:t>
            </a:r>
          </a:p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200" dirty="0" smtClean="0">
                <a:latin typeface="Arial" pitchFamily="34" charset="0"/>
                <a:cs typeface="Arial" pitchFamily="34" charset="0"/>
              </a:rPr>
              <a:t>Participated in Payments COI calls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B8F03-BC93-4120-96CA-A36DF640BE24}" type="slidenum">
              <a:rPr lang="en-GB" smtClean="0"/>
              <a:pPr/>
              <a:t>1</a:t>
            </a:fld>
            <a:endParaRPr lang="en-GB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B8F03-BC93-4120-96CA-A36DF640BE24}" type="slidenum">
              <a:rPr lang="en-GB" smtClean="0"/>
              <a:pPr/>
              <a:t>2</a:t>
            </a:fld>
            <a:endParaRPr lang="en-GB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1"/>
          <p:cNvGrpSpPr/>
          <p:nvPr userDrawn="1"/>
        </p:nvGrpSpPr>
        <p:grpSpPr>
          <a:xfrm>
            <a:off x="1752601" y="1"/>
            <a:ext cx="7391400" cy="6176009"/>
            <a:chOff x="1752601" y="1"/>
            <a:chExt cx="7391400" cy="6176009"/>
          </a:xfrm>
        </p:grpSpPr>
        <p:sp>
          <p:nvSpPr>
            <p:cNvPr id="23" name="Rectangle 17"/>
            <p:cNvSpPr>
              <a:spLocks noChangeArrowheads="1"/>
            </p:cNvSpPr>
            <p:nvPr/>
          </p:nvSpPr>
          <p:spPr bwMode="gray">
            <a:xfrm>
              <a:off x="1752601" y="4195630"/>
              <a:ext cx="2286000" cy="1980380"/>
            </a:xfrm>
            <a:prstGeom prst="rect">
              <a:avLst/>
            </a:prstGeom>
            <a:solidFill>
              <a:srgbClr val="9A170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24" name="Rectangle 7"/>
            <p:cNvSpPr>
              <a:spLocks noChangeArrowheads="1"/>
            </p:cNvSpPr>
            <p:nvPr/>
          </p:nvSpPr>
          <p:spPr bwMode="gray">
            <a:xfrm>
              <a:off x="8229600" y="4038312"/>
              <a:ext cx="914401" cy="2137697"/>
            </a:xfrm>
            <a:prstGeom prst="rect">
              <a:avLst/>
            </a:prstGeom>
            <a:solidFill>
              <a:srgbClr val="F3BE2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28" name="Rectangle 8"/>
            <p:cNvSpPr>
              <a:spLocks noChangeArrowheads="1"/>
            </p:cNvSpPr>
            <p:nvPr/>
          </p:nvSpPr>
          <p:spPr bwMode="gray">
            <a:xfrm>
              <a:off x="7620001" y="2899976"/>
              <a:ext cx="729522" cy="1295653"/>
            </a:xfrm>
            <a:prstGeom prst="rect">
              <a:avLst/>
            </a:prstGeom>
            <a:solidFill>
              <a:srgbClr val="F3BC87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33" name="Rectangle 9"/>
            <p:cNvSpPr>
              <a:spLocks noChangeArrowheads="1"/>
            </p:cNvSpPr>
            <p:nvPr/>
          </p:nvSpPr>
          <p:spPr bwMode="gray">
            <a:xfrm>
              <a:off x="7620001" y="4038312"/>
              <a:ext cx="729521" cy="2137697"/>
            </a:xfrm>
            <a:prstGeom prst="rect">
              <a:avLst/>
            </a:prstGeom>
            <a:solidFill>
              <a:srgbClr val="E88C1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34" name="Rectangle 11"/>
            <p:cNvSpPr>
              <a:spLocks noChangeArrowheads="1"/>
            </p:cNvSpPr>
            <p:nvPr/>
          </p:nvSpPr>
          <p:spPr bwMode="gray">
            <a:xfrm>
              <a:off x="7239000" y="696094"/>
              <a:ext cx="473687" cy="2274966"/>
            </a:xfrm>
            <a:prstGeom prst="rect">
              <a:avLst/>
            </a:prstGeom>
            <a:solidFill>
              <a:srgbClr val="E669A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35" name="Rectangle 12"/>
            <p:cNvSpPr>
              <a:spLocks noChangeArrowheads="1"/>
            </p:cNvSpPr>
            <p:nvPr/>
          </p:nvSpPr>
          <p:spPr bwMode="gray">
            <a:xfrm>
              <a:off x="7239000" y="2899977"/>
              <a:ext cx="473687" cy="1295653"/>
            </a:xfrm>
            <a:prstGeom prst="rect">
              <a:avLst/>
            </a:prstGeom>
            <a:solidFill>
              <a:srgbClr val="DB4D5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36" name="Rectangle 13"/>
            <p:cNvSpPr>
              <a:spLocks noChangeArrowheads="1"/>
            </p:cNvSpPr>
            <p:nvPr/>
          </p:nvSpPr>
          <p:spPr bwMode="gray">
            <a:xfrm>
              <a:off x="7239000" y="4038312"/>
              <a:ext cx="473687" cy="2137697"/>
            </a:xfrm>
            <a:prstGeom prst="rect">
              <a:avLst/>
            </a:prstGeom>
            <a:solidFill>
              <a:srgbClr val="D13A0D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37" name="Rectangle 14"/>
            <p:cNvSpPr>
              <a:spLocks noChangeArrowheads="1"/>
            </p:cNvSpPr>
            <p:nvPr/>
          </p:nvSpPr>
          <p:spPr bwMode="gray">
            <a:xfrm>
              <a:off x="1752601" y="659475"/>
              <a:ext cx="5622752" cy="2311585"/>
            </a:xfrm>
            <a:prstGeom prst="rect">
              <a:avLst/>
            </a:prstGeom>
            <a:solidFill>
              <a:srgbClr val="D7402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38" name="Rectangle 15"/>
            <p:cNvSpPr>
              <a:spLocks noChangeArrowheads="1"/>
            </p:cNvSpPr>
            <p:nvPr/>
          </p:nvSpPr>
          <p:spPr bwMode="gray">
            <a:xfrm>
              <a:off x="1752601" y="2899977"/>
              <a:ext cx="5622752" cy="1295653"/>
            </a:xfrm>
            <a:prstGeom prst="rect">
              <a:avLst/>
            </a:prstGeom>
            <a:solidFill>
              <a:srgbClr val="CD2F1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39" name="Freeform 16"/>
            <p:cNvSpPr>
              <a:spLocks/>
            </p:cNvSpPr>
            <p:nvPr/>
          </p:nvSpPr>
          <p:spPr bwMode="gray">
            <a:xfrm>
              <a:off x="1752601" y="4038312"/>
              <a:ext cx="5622752" cy="213769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567" y="0"/>
                </a:cxn>
                <a:cxn ang="0">
                  <a:pos x="3567" y="1340"/>
                </a:cxn>
                <a:cxn ang="0">
                  <a:pos x="1372" y="1340"/>
                </a:cxn>
                <a:cxn ang="0">
                  <a:pos x="1372" y="181"/>
                </a:cxn>
                <a:cxn ang="0">
                  <a:pos x="0" y="181"/>
                </a:cxn>
                <a:cxn ang="0">
                  <a:pos x="0" y="0"/>
                </a:cxn>
              </a:cxnLst>
              <a:rect l="0" t="0" r="r" b="b"/>
              <a:pathLst>
                <a:path w="3567" h="1340">
                  <a:moveTo>
                    <a:pt x="0" y="0"/>
                  </a:moveTo>
                  <a:lnTo>
                    <a:pt x="3567" y="0"/>
                  </a:lnTo>
                  <a:lnTo>
                    <a:pt x="3567" y="1340"/>
                  </a:lnTo>
                  <a:lnTo>
                    <a:pt x="1372" y="1340"/>
                  </a:lnTo>
                  <a:lnTo>
                    <a:pt x="1372" y="181"/>
                  </a:lnTo>
                  <a:lnTo>
                    <a:pt x="0" y="1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230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40" name="Rectangle 10"/>
            <p:cNvSpPr>
              <a:spLocks noChangeArrowheads="1"/>
            </p:cNvSpPr>
            <p:nvPr/>
          </p:nvSpPr>
          <p:spPr bwMode="gray">
            <a:xfrm>
              <a:off x="1752601" y="1"/>
              <a:ext cx="5622752" cy="696094"/>
            </a:xfrm>
            <a:prstGeom prst="rect">
              <a:avLst/>
            </a:prstGeom>
            <a:solidFill>
              <a:srgbClr val="EE9C3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</p:grpSp>
      <p:sp>
        <p:nvSpPr>
          <p:cNvPr id="15" name="Title 1"/>
          <p:cNvSpPr>
            <a:spLocks noGrp="1"/>
          </p:cNvSpPr>
          <p:nvPr userDrawn="1">
            <p:ph type="ctrTitle" hasCustomPrompt="1"/>
          </p:nvPr>
        </p:nvSpPr>
        <p:spPr bwMode="white">
          <a:xfrm>
            <a:off x="1895475" y="841248"/>
            <a:ext cx="5343525" cy="914400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3200" b="1" i="1"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 smtClean="0"/>
              <a:t>Click to add the presentation’s main title</a:t>
            </a:r>
            <a:endParaRPr lang="en-GB" noProof="0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 bwMode="white">
          <a:xfrm>
            <a:off x="1895475" y="1828799"/>
            <a:ext cx="5343525" cy="914401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457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914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3716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5pPr>
            <a:lvl6pPr marL="18288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6pPr>
            <a:lvl7pPr marL="22860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7pPr>
            <a:lvl8pPr marL="2743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8pPr>
            <a:lvl9pPr marL="3200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 dirty="0" smtClean="0"/>
              <a:t>Subtitle and date (move higher if title is only one line)</a:t>
            </a:r>
          </a:p>
        </p:txBody>
      </p:sp>
      <p:sp>
        <p:nvSpPr>
          <p:cNvPr id="21" name="Text Placeholder 31"/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1895475" y="374904"/>
            <a:ext cx="4105656" cy="146304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 dirty="0" err="1" smtClean="0"/>
              <a:t>www.pwc.com</a:t>
            </a:r>
            <a:endParaRPr lang="en-GB" noProof="0" dirty="0"/>
          </a:p>
        </p:txBody>
      </p:sp>
      <p:grpSp>
        <p:nvGrpSpPr>
          <p:cNvPr id="3" name="Group 24"/>
          <p:cNvGrpSpPr/>
          <p:nvPr userDrawn="1"/>
        </p:nvGrpSpPr>
        <p:grpSpPr>
          <a:xfrm>
            <a:off x="968592" y="6170991"/>
            <a:ext cx="914400" cy="533479"/>
            <a:chOff x="968592" y="6170991"/>
            <a:chExt cx="914400" cy="533479"/>
          </a:xfrm>
        </p:grpSpPr>
        <p:sp>
          <p:nvSpPr>
            <p:cNvPr id="17" name="Rectangle 37"/>
            <p:cNvSpPr>
              <a:spLocks noChangeArrowheads="1"/>
            </p:cNvSpPr>
            <p:nvPr userDrawn="1"/>
          </p:nvSpPr>
          <p:spPr bwMode="black">
            <a:xfrm>
              <a:off x="1524116" y="6170991"/>
              <a:ext cx="228600" cy="52646"/>
            </a:xfrm>
            <a:prstGeom prst="rect">
              <a:avLst/>
            </a:prstGeom>
            <a:solidFill>
              <a:srgbClr val="A10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20" name="Freeform 7"/>
            <p:cNvSpPr>
              <a:spLocks noEditPoints="1"/>
            </p:cNvSpPr>
            <p:nvPr userDrawn="1"/>
          </p:nvSpPr>
          <p:spPr bwMode="black">
            <a:xfrm>
              <a:off x="968592" y="6359814"/>
              <a:ext cx="914400" cy="344656"/>
            </a:xfrm>
            <a:custGeom>
              <a:avLst/>
              <a:gdLst/>
              <a:ahLst/>
              <a:cxnLst>
                <a:cxn ang="0">
                  <a:pos x="581" y="233"/>
                </a:cxn>
                <a:cxn ang="0">
                  <a:pos x="538" y="949"/>
                </a:cxn>
                <a:cxn ang="0">
                  <a:pos x="630" y="946"/>
                </a:cxn>
                <a:cxn ang="0">
                  <a:pos x="793" y="880"/>
                </a:cxn>
                <a:cxn ang="0">
                  <a:pos x="886" y="728"/>
                </a:cxn>
                <a:cxn ang="0">
                  <a:pos x="905" y="505"/>
                </a:cxn>
                <a:cxn ang="0">
                  <a:pos x="850" y="329"/>
                </a:cxn>
                <a:cxn ang="0">
                  <a:pos x="727" y="241"/>
                </a:cxn>
                <a:cxn ang="0">
                  <a:pos x="521" y="3"/>
                </a:cxn>
                <a:cxn ang="0">
                  <a:pos x="643" y="74"/>
                </a:cxn>
                <a:cxn ang="0">
                  <a:pos x="761" y="24"/>
                </a:cxn>
                <a:cxn ang="0">
                  <a:pos x="855" y="9"/>
                </a:cxn>
                <a:cxn ang="0">
                  <a:pos x="1026" y="40"/>
                </a:cxn>
                <a:cxn ang="0">
                  <a:pos x="1180" y="172"/>
                </a:cxn>
                <a:cxn ang="0">
                  <a:pos x="1265" y="383"/>
                </a:cxn>
                <a:cxn ang="0">
                  <a:pos x="1265" y="641"/>
                </a:cxn>
                <a:cxn ang="0">
                  <a:pos x="1175" y="857"/>
                </a:cxn>
                <a:cxn ang="0">
                  <a:pos x="1005" y="1006"/>
                </a:cxn>
                <a:cxn ang="0">
                  <a:pos x="766" y="1074"/>
                </a:cxn>
                <a:cxn ang="0">
                  <a:pos x="601" y="1074"/>
                </a:cxn>
                <a:cxn ang="0">
                  <a:pos x="692" y="1447"/>
                </a:cxn>
                <a:cxn ang="0">
                  <a:pos x="171" y="1408"/>
                </a:cxn>
                <a:cxn ang="0">
                  <a:pos x="413" y="3"/>
                </a:cxn>
                <a:cxn ang="0">
                  <a:pos x="3876" y="20"/>
                </a:cxn>
                <a:cxn ang="0">
                  <a:pos x="4036" y="100"/>
                </a:cxn>
                <a:cxn ang="0">
                  <a:pos x="4113" y="232"/>
                </a:cxn>
                <a:cxn ang="0">
                  <a:pos x="4091" y="362"/>
                </a:cxn>
                <a:cxn ang="0">
                  <a:pos x="3995" y="436"/>
                </a:cxn>
                <a:cxn ang="0">
                  <a:pos x="3859" y="438"/>
                </a:cxn>
                <a:cxn ang="0">
                  <a:pos x="3757" y="114"/>
                </a:cxn>
                <a:cxn ang="0">
                  <a:pos x="3597" y="187"/>
                </a:cxn>
                <a:cxn ang="0">
                  <a:pos x="3508" y="339"/>
                </a:cxn>
                <a:cxn ang="0">
                  <a:pos x="3489" y="565"/>
                </a:cxn>
                <a:cxn ang="0">
                  <a:pos x="3547" y="753"/>
                </a:cxn>
                <a:cxn ang="0">
                  <a:pos x="3668" y="869"/>
                </a:cxn>
                <a:cxn ang="0">
                  <a:pos x="3821" y="896"/>
                </a:cxn>
                <a:cxn ang="0">
                  <a:pos x="3931" y="872"/>
                </a:cxn>
                <a:cxn ang="0">
                  <a:pos x="4079" y="810"/>
                </a:cxn>
                <a:cxn ang="0">
                  <a:pos x="4016" y="1024"/>
                </a:cxn>
                <a:cxn ang="0">
                  <a:pos x="3830" y="1080"/>
                </a:cxn>
                <a:cxn ang="0">
                  <a:pos x="3651" y="1095"/>
                </a:cxn>
                <a:cxn ang="0">
                  <a:pos x="3426" y="1060"/>
                </a:cxn>
                <a:cxn ang="0">
                  <a:pos x="3255" y="947"/>
                </a:cxn>
                <a:cxn ang="0">
                  <a:pos x="3140" y="772"/>
                </a:cxn>
                <a:cxn ang="0">
                  <a:pos x="3101" y="561"/>
                </a:cxn>
                <a:cxn ang="0">
                  <a:pos x="3153" y="318"/>
                </a:cxn>
                <a:cxn ang="0">
                  <a:pos x="3293" y="135"/>
                </a:cxn>
                <a:cxn ang="0">
                  <a:pos x="3508" y="27"/>
                </a:cxn>
                <a:cxn ang="0">
                  <a:pos x="2910" y="0"/>
                </a:cxn>
                <a:cxn ang="0">
                  <a:pos x="3040" y="52"/>
                </a:cxn>
                <a:cxn ang="0">
                  <a:pos x="3093" y="178"/>
                </a:cxn>
                <a:cxn ang="0">
                  <a:pos x="3071" y="277"/>
                </a:cxn>
                <a:cxn ang="0">
                  <a:pos x="3004" y="393"/>
                </a:cxn>
                <a:cxn ang="0">
                  <a:pos x="2876" y="561"/>
                </a:cxn>
                <a:cxn ang="0">
                  <a:pos x="1784" y="1078"/>
                </a:cxn>
                <a:cxn ang="0">
                  <a:pos x="1313" y="118"/>
                </a:cxn>
                <a:cxn ang="0">
                  <a:pos x="2247" y="25"/>
                </a:cxn>
                <a:cxn ang="0">
                  <a:pos x="2759" y="62"/>
                </a:cxn>
                <a:cxn ang="0">
                  <a:pos x="2872" y="4"/>
                </a:cxn>
              </a:cxnLst>
              <a:rect l="0" t="0" r="r" b="b"/>
              <a:pathLst>
                <a:path w="4127" h="1544">
                  <a:moveTo>
                    <a:pt x="640" y="229"/>
                  </a:moveTo>
                  <a:lnTo>
                    <a:pt x="622" y="229"/>
                  </a:lnTo>
                  <a:lnTo>
                    <a:pt x="603" y="230"/>
                  </a:lnTo>
                  <a:lnTo>
                    <a:pt x="581" y="233"/>
                  </a:lnTo>
                  <a:lnTo>
                    <a:pt x="553" y="235"/>
                  </a:lnTo>
                  <a:lnTo>
                    <a:pt x="521" y="241"/>
                  </a:lnTo>
                  <a:lnTo>
                    <a:pt x="521" y="947"/>
                  </a:lnTo>
                  <a:lnTo>
                    <a:pt x="538" y="949"/>
                  </a:lnTo>
                  <a:lnTo>
                    <a:pt x="553" y="949"/>
                  </a:lnTo>
                  <a:lnTo>
                    <a:pt x="566" y="949"/>
                  </a:lnTo>
                  <a:lnTo>
                    <a:pt x="578" y="949"/>
                  </a:lnTo>
                  <a:lnTo>
                    <a:pt x="630" y="946"/>
                  </a:lnTo>
                  <a:lnTo>
                    <a:pt x="677" y="937"/>
                  </a:lnTo>
                  <a:lnTo>
                    <a:pt x="720" y="924"/>
                  </a:lnTo>
                  <a:lnTo>
                    <a:pt x="758" y="905"/>
                  </a:lnTo>
                  <a:lnTo>
                    <a:pt x="793" y="880"/>
                  </a:lnTo>
                  <a:lnTo>
                    <a:pt x="824" y="850"/>
                  </a:lnTo>
                  <a:lnTo>
                    <a:pt x="849" y="815"/>
                  </a:lnTo>
                  <a:lnTo>
                    <a:pt x="870" y="775"/>
                  </a:lnTo>
                  <a:lnTo>
                    <a:pt x="886" y="728"/>
                  </a:lnTo>
                  <a:lnTo>
                    <a:pt x="897" y="678"/>
                  </a:lnTo>
                  <a:lnTo>
                    <a:pt x="905" y="622"/>
                  </a:lnTo>
                  <a:lnTo>
                    <a:pt x="907" y="561"/>
                  </a:lnTo>
                  <a:lnTo>
                    <a:pt x="905" y="505"/>
                  </a:lnTo>
                  <a:lnTo>
                    <a:pt x="897" y="452"/>
                  </a:lnTo>
                  <a:lnTo>
                    <a:pt x="886" y="407"/>
                  </a:lnTo>
                  <a:lnTo>
                    <a:pt x="870" y="366"/>
                  </a:lnTo>
                  <a:lnTo>
                    <a:pt x="850" y="329"/>
                  </a:lnTo>
                  <a:lnTo>
                    <a:pt x="826" y="299"/>
                  </a:lnTo>
                  <a:lnTo>
                    <a:pt x="797" y="274"/>
                  </a:lnTo>
                  <a:lnTo>
                    <a:pt x="763" y="254"/>
                  </a:lnTo>
                  <a:lnTo>
                    <a:pt x="727" y="241"/>
                  </a:lnTo>
                  <a:lnTo>
                    <a:pt x="686" y="232"/>
                  </a:lnTo>
                  <a:lnTo>
                    <a:pt x="640" y="229"/>
                  </a:lnTo>
                  <a:close/>
                  <a:moveTo>
                    <a:pt x="413" y="3"/>
                  </a:moveTo>
                  <a:lnTo>
                    <a:pt x="521" y="3"/>
                  </a:lnTo>
                  <a:lnTo>
                    <a:pt x="521" y="143"/>
                  </a:lnTo>
                  <a:lnTo>
                    <a:pt x="566" y="117"/>
                  </a:lnTo>
                  <a:lnTo>
                    <a:pt x="607" y="93"/>
                  </a:lnTo>
                  <a:lnTo>
                    <a:pt x="643" y="74"/>
                  </a:lnTo>
                  <a:lnTo>
                    <a:pt x="677" y="57"/>
                  </a:lnTo>
                  <a:lnTo>
                    <a:pt x="707" y="44"/>
                  </a:lnTo>
                  <a:lnTo>
                    <a:pt x="735" y="33"/>
                  </a:lnTo>
                  <a:lnTo>
                    <a:pt x="761" y="24"/>
                  </a:lnTo>
                  <a:lnTo>
                    <a:pt x="785" y="18"/>
                  </a:lnTo>
                  <a:lnTo>
                    <a:pt x="809" y="13"/>
                  </a:lnTo>
                  <a:lnTo>
                    <a:pt x="831" y="10"/>
                  </a:lnTo>
                  <a:lnTo>
                    <a:pt x="855" y="9"/>
                  </a:lnTo>
                  <a:lnTo>
                    <a:pt x="879" y="8"/>
                  </a:lnTo>
                  <a:lnTo>
                    <a:pt x="931" y="12"/>
                  </a:lnTo>
                  <a:lnTo>
                    <a:pt x="980" y="23"/>
                  </a:lnTo>
                  <a:lnTo>
                    <a:pt x="1026" y="40"/>
                  </a:lnTo>
                  <a:lnTo>
                    <a:pt x="1070" y="64"/>
                  </a:lnTo>
                  <a:lnTo>
                    <a:pt x="1110" y="94"/>
                  </a:lnTo>
                  <a:lnTo>
                    <a:pt x="1148" y="130"/>
                  </a:lnTo>
                  <a:lnTo>
                    <a:pt x="1180" y="172"/>
                  </a:lnTo>
                  <a:lnTo>
                    <a:pt x="1209" y="218"/>
                  </a:lnTo>
                  <a:lnTo>
                    <a:pt x="1233" y="268"/>
                  </a:lnTo>
                  <a:lnTo>
                    <a:pt x="1252" y="324"/>
                  </a:lnTo>
                  <a:lnTo>
                    <a:pt x="1265" y="383"/>
                  </a:lnTo>
                  <a:lnTo>
                    <a:pt x="1274" y="446"/>
                  </a:lnTo>
                  <a:lnTo>
                    <a:pt x="1278" y="512"/>
                  </a:lnTo>
                  <a:lnTo>
                    <a:pt x="1274" y="578"/>
                  </a:lnTo>
                  <a:lnTo>
                    <a:pt x="1265" y="641"/>
                  </a:lnTo>
                  <a:lnTo>
                    <a:pt x="1252" y="701"/>
                  </a:lnTo>
                  <a:lnTo>
                    <a:pt x="1232" y="756"/>
                  </a:lnTo>
                  <a:lnTo>
                    <a:pt x="1205" y="809"/>
                  </a:lnTo>
                  <a:lnTo>
                    <a:pt x="1175" y="857"/>
                  </a:lnTo>
                  <a:lnTo>
                    <a:pt x="1140" y="901"/>
                  </a:lnTo>
                  <a:lnTo>
                    <a:pt x="1099" y="941"/>
                  </a:lnTo>
                  <a:lnTo>
                    <a:pt x="1054" y="976"/>
                  </a:lnTo>
                  <a:lnTo>
                    <a:pt x="1005" y="1006"/>
                  </a:lnTo>
                  <a:lnTo>
                    <a:pt x="951" y="1031"/>
                  </a:lnTo>
                  <a:lnTo>
                    <a:pt x="894" y="1051"/>
                  </a:lnTo>
                  <a:lnTo>
                    <a:pt x="831" y="1065"/>
                  </a:lnTo>
                  <a:lnTo>
                    <a:pt x="766" y="1074"/>
                  </a:lnTo>
                  <a:lnTo>
                    <a:pt x="696" y="1078"/>
                  </a:lnTo>
                  <a:lnTo>
                    <a:pt x="670" y="1078"/>
                  </a:lnTo>
                  <a:lnTo>
                    <a:pt x="637" y="1076"/>
                  </a:lnTo>
                  <a:lnTo>
                    <a:pt x="601" y="1074"/>
                  </a:lnTo>
                  <a:lnTo>
                    <a:pt x="561" y="1071"/>
                  </a:lnTo>
                  <a:lnTo>
                    <a:pt x="521" y="1068"/>
                  </a:lnTo>
                  <a:lnTo>
                    <a:pt x="521" y="1408"/>
                  </a:lnTo>
                  <a:lnTo>
                    <a:pt x="692" y="1447"/>
                  </a:lnTo>
                  <a:lnTo>
                    <a:pt x="692" y="1544"/>
                  </a:lnTo>
                  <a:lnTo>
                    <a:pt x="18" y="1544"/>
                  </a:lnTo>
                  <a:lnTo>
                    <a:pt x="18" y="1447"/>
                  </a:lnTo>
                  <a:lnTo>
                    <a:pt x="171" y="1408"/>
                  </a:lnTo>
                  <a:lnTo>
                    <a:pt x="171" y="229"/>
                  </a:lnTo>
                  <a:lnTo>
                    <a:pt x="0" y="229"/>
                  </a:lnTo>
                  <a:lnTo>
                    <a:pt x="0" y="128"/>
                  </a:lnTo>
                  <a:lnTo>
                    <a:pt x="413" y="3"/>
                  </a:lnTo>
                  <a:close/>
                  <a:moveTo>
                    <a:pt x="3711" y="0"/>
                  </a:moveTo>
                  <a:lnTo>
                    <a:pt x="3770" y="3"/>
                  </a:lnTo>
                  <a:lnTo>
                    <a:pt x="3825" y="9"/>
                  </a:lnTo>
                  <a:lnTo>
                    <a:pt x="3876" y="20"/>
                  </a:lnTo>
                  <a:lnTo>
                    <a:pt x="3923" y="34"/>
                  </a:lnTo>
                  <a:lnTo>
                    <a:pt x="3965" y="53"/>
                  </a:lnTo>
                  <a:lnTo>
                    <a:pt x="4004" y="75"/>
                  </a:lnTo>
                  <a:lnTo>
                    <a:pt x="4036" y="100"/>
                  </a:lnTo>
                  <a:lnTo>
                    <a:pt x="4064" y="129"/>
                  </a:lnTo>
                  <a:lnTo>
                    <a:pt x="4086" y="160"/>
                  </a:lnTo>
                  <a:lnTo>
                    <a:pt x="4103" y="194"/>
                  </a:lnTo>
                  <a:lnTo>
                    <a:pt x="4113" y="232"/>
                  </a:lnTo>
                  <a:lnTo>
                    <a:pt x="4117" y="271"/>
                  </a:lnTo>
                  <a:lnTo>
                    <a:pt x="4114" y="304"/>
                  </a:lnTo>
                  <a:lnTo>
                    <a:pt x="4105" y="334"/>
                  </a:lnTo>
                  <a:lnTo>
                    <a:pt x="4091" y="362"/>
                  </a:lnTo>
                  <a:lnTo>
                    <a:pt x="4074" y="387"/>
                  </a:lnTo>
                  <a:lnTo>
                    <a:pt x="4051" y="407"/>
                  </a:lnTo>
                  <a:lnTo>
                    <a:pt x="4025" y="423"/>
                  </a:lnTo>
                  <a:lnTo>
                    <a:pt x="3995" y="436"/>
                  </a:lnTo>
                  <a:lnTo>
                    <a:pt x="3961" y="443"/>
                  </a:lnTo>
                  <a:lnTo>
                    <a:pt x="3925" y="446"/>
                  </a:lnTo>
                  <a:lnTo>
                    <a:pt x="3891" y="444"/>
                  </a:lnTo>
                  <a:lnTo>
                    <a:pt x="3859" y="438"/>
                  </a:lnTo>
                  <a:lnTo>
                    <a:pt x="3826" y="428"/>
                  </a:lnTo>
                  <a:lnTo>
                    <a:pt x="3792" y="413"/>
                  </a:lnTo>
                  <a:lnTo>
                    <a:pt x="3757" y="394"/>
                  </a:lnTo>
                  <a:lnTo>
                    <a:pt x="3757" y="114"/>
                  </a:lnTo>
                  <a:lnTo>
                    <a:pt x="3711" y="125"/>
                  </a:lnTo>
                  <a:lnTo>
                    <a:pt x="3668" y="140"/>
                  </a:lnTo>
                  <a:lnTo>
                    <a:pt x="3631" y="162"/>
                  </a:lnTo>
                  <a:lnTo>
                    <a:pt x="3597" y="187"/>
                  </a:lnTo>
                  <a:lnTo>
                    <a:pt x="3568" y="218"/>
                  </a:lnTo>
                  <a:lnTo>
                    <a:pt x="3543" y="253"/>
                  </a:lnTo>
                  <a:lnTo>
                    <a:pt x="3523" y="294"/>
                  </a:lnTo>
                  <a:lnTo>
                    <a:pt x="3508" y="339"/>
                  </a:lnTo>
                  <a:lnTo>
                    <a:pt x="3497" y="391"/>
                  </a:lnTo>
                  <a:lnTo>
                    <a:pt x="3489" y="447"/>
                  </a:lnTo>
                  <a:lnTo>
                    <a:pt x="3487" y="507"/>
                  </a:lnTo>
                  <a:lnTo>
                    <a:pt x="3489" y="565"/>
                  </a:lnTo>
                  <a:lnTo>
                    <a:pt x="3497" y="617"/>
                  </a:lnTo>
                  <a:lnTo>
                    <a:pt x="3509" y="667"/>
                  </a:lnTo>
                  <a:lnTo>
                    <a:pt x="3526" y="712"/>
                  </a:lnTo>
                  <a:lnTo>
                    <a:pt x="3547" y="753"/>
                  </a:lnTo>
                  <a:lnTo>
                    <a:pt x="3571" y="790"/>
                  </a:lnTo>
                  <a:lnTo>
                    <a:pt x="3600" y="821"/>
                  </a:lnTo>
                  <a:lnTo>
                    <a:pt x="3632" y="847"/>
                  </a:lnTo>
                  <a:lnTo>
                    <a:pt x="3668" y="869"/>
                  </a:lnTo>
                  <a:lnTo>
                    <a:pt x="3707" y="885"/>
                  </a:lnTo>
                  <a:lnTo>
                    <a:pt x="3750" y="894"/>
                  </a:lnTo>
                  <a:lnTo>
                    <a:pt x="3795" y="897"/>
                  </a:lnTo>
                  <a:lnTo>
                    <a:pt x="3821" y="896"/>
                  </a:lnTo>
                  <a:lnTo>
                    <a:pt x="3847" y="894"/>
                  </a:lnTo>
                  <a:lnTo>
                    <a:pt x="3874" y="889"/>
                  </a:lnTo>
                  <a:lnTo>
                    <a:pt x="3901" y="881"/>
                  </a:lnTo>
                  <a:lnTo>
                    <a:pt x="3931" y="872"/>
                  </a:lnTo>
                  <a:lnTo>
                    <a:pt x="3964" y="861"/>
                  </a:lnTo>
                  <a:lnTo>
                    <a:pt x="3999" y="846"/>
                  </a:lnTo>
                  <a:lnTo>
                    <a:pt x="4036" y="830"/>
                  </a:lnTo>
                  <a:lnTo>
                    <a:pt x="4079" y="810"/>
                  </a:lnTo>
                  <a:lnTo>
                    <a:pt x="4127" y="787"/>
                  </a:lnTo>
                  <a:lnTo>
                    <a:pt x="4127" y="976"/>
                  </a:lnTo>
                  <a:lnTo>
                    <a:pt x="4069" y="1001"/>
                  </a:lnTo>
                  <a:lnTo>
                    <a:pt x="4016" y="1024"/>
                  </a:lnTo>
                  <a:lnTo>
                    <a:pt x="3966" y="1041"/>
                  </a:lnTo>
                  <a:lnTo>
                    <a:pt x="3919" y="1058"/>
                  </a:lnTo>
                  <a:lnTo>
                    <a:pt x="3874" y="1070"/>
                  </a:lnTo>
                  <a:lnTo>
                    <a:pt x="3830" y="1080"/>
                  </a:lnTo>
                  <a:lnTo>
                    <a:pt x="3786" y="1086"/>
                  </a:lnTo>
                  <a:lnTo>
                    <a:pt x="3742" y="1091"/>
                  </a:lnTo>
                  <a:lnTo>
                    <a:pt x="3697" y="1094"/>
                  </a:lnTo>
                  <a:lnTo>
                    <a:pt x="3651" y="1095"/>
                  </a:lnTo>
                  <a:lnTo>
                    <a:pt x="3588" y="1093"/>
                  </a:lnTo>
                  <a:lnTo>
                    <a:pt x="3530" y="1086"/>
                  </a:lnTo>
                  <a:lnTo>
                    <a:pt x="3476" y="1075"/>
                  </a:lnTo>
                  <a:lnTo>
                    <a:pt x="3426" y="1060"/>
                  </a:lnTo>
                  <a:lnTo>
                    <a:pt x="3378" y="1039"/>
                  </a:lnTo>
                  <a:lnTo>
                    <a:pt x="3334" y="1014"/>
                  </a:lnTo>
                  <a:lnTo>
                    <a:pt x="3294" y="984"/>
                  </a:lnTo>
                  <a:lnTo>
                    <a:pt x="3255" y="947"/>
                  </a:lnTo>
                  <a:lnTo>
                    <a:pt x="3219" y="907"/>
                  </a:lnTo>
                  <a:lnTo>
                    <a:pt x="3188" y="865"/>
                  </a:lnTo>
                  <a:lnTo>
                    <a:pt x="3162" y="820"/>
                  </a:lnTo>
                  <a:lnTo>
                    <a:pt x="3140" y="772"/>
                  </a:lnTo>
                  <a:lnTo>
                    <a:pt x="3124" y="722"/>
                  </a:lnTo>
                  <a:lnTo>
                    <a:pt x="3111" y="670"/>
                  </a:lnTo>
                  <a:lnTo>
                    <a:pt x="3104" y="616"/>
                  </a:lnTo>
                  <a:lnTo>
                    <a:pt x="3101" y="561"/>
                  </a:lnTo>
                  <a:lnTo>
                    <a:pt x="3105" y="494"/>
                  </a:lnTo>
                  <a:lnTo>
                    <a:pt x="3115" y="433"/>
                  </a:lnTo>
                  <a:lnTo>
                    <a:pt x="3130" y="373"/>
                  </a:lnTo>
                  <a:lnTo>
                    <a:pt x="3153" y="318"/>
                  </a:lnTo>
                  <a:lnTo>
                    <a:pt x="3179" y="267"/>
                  </a:lnTo>
                  <a:lnTo>
                    <a:pt x="3213" y="219"/>
                  </a:lnTo>
                  <a:lnTo>
                    <a:pt x="3250" y="175"/>
                  </a:lnTo>
                  <a:lnTo>
                    <a:pt x="3293" y="135"/>
                  </a:lnTo>
                  <a:lnTo>
                    <a:pt x="3341" y="102"/>
                  </a:lnTo>
                  <a:lnTo>
                    <a:pt x="3392" y="72"/>
                  </a:lnTo>
                  <a:lnTo>
                    <a:pt x="3448" y="47"/>
                  </a:lnTo>
                  <a:lnTo>
                    <a:pt x="3508" y="27"/>
                  </a:lnTo>
                  <a:lnTo>
                    <a:pt x="3573" y="12"/>
                  </a:lnTo>
                  <a:lnTo>
                    <a:pt x="3640" y="3"/>
                  </a:lnTo>
                  <a:lnTo>
                    <a:pt x="3711" y="0"/>
                  </a:lnTo>
                  <a:close/>
                  <a:moveTo>
                    <a:pt x="2910" y="0"/>
                  </a:moveTo>
                  <a:lnTo>
                    <a:pt x="2948" y="4"/>
                  </a:lnTo>
                  <a:lnTo>
                    <a:pt x="2983" y="14"/>
                  </a:lnTo>
                  <a:lnTo>
                    <a:pt x="3014" y="30"/>
                  </a:lnTo>
                  <a:lnTo>
                    <a:pt x="3040" y="52"/>
                  </a:lnTo>
                  <a:lnTo>
                    <a:pt x="3063" y="78"/>
                  </a:lnTo>
                  <a:lnTo>
                    <a:pt x="3079" y="109"/>
                  </a:lnTo>
                  <a:lnTo>
                    <a:pt x="3089" y="142"/>
                  </a:lnTo>
                  <a:lnTo>
                    <a:pt x="3093" y="178"/>
                  </a:lnTo>
                  <a:lnTo>
                    <a:pt x="3091" y="203"/>
                  </a:lnTo>
                  <a:lnTo>
                    <a:pt x="3088" y="227"/>
                  </a:lnTo>
                  <a:lnTo>
                    <a:pt x="3081" y="252"/>
                  </a:lnTo>
                  <a:lnTo>
                    <a:pt x="3071" y="277"/>
                  </a:lnTo>
                  <a:lnTo>
                    <a:pt x="3060" y="303"/>
                  </a:lnTo>
                  <a:lnTo>
                    <a:pt x="3044" y="331"/>
                  </a:lnTo>
                  <a:lnTo>
                    <a:pt x="3025" y="361"/>
                  </a:lnTo>
                  <a:lnTo>
                    <a:pt x="3004" y="393"/>
                  </a:lnTo>
                  <a:lnTo>
                    <a:pt x="2978" y="429"/>
                  </a:lnTo>
                  <a:lnTo>
                    <a:pt x="2948" y="468"/>
                  </a:lnTo>
                  <a:lnTo>
                    <a:pt x="2914" y="512"/>
                  </a:lnTo>
                  <a:lnTo>
                    <a:pt x="2876" y="561"/>
                  </a:lnTo>
                  <a:lnTo>
                    <a:pt x="2472" y="1078"/>
                  </a:lnTo>
                  <a:lnTo>
                    <a:pt x="2182" y="1078"/>
                  </a:lnTo>
                  <a:lnTo>
                    <a:pt x="2182" y="424"/>
                  </a:lnTo>
                  <a:lnTo>
                    <a:pt x="1784" y="1078"/>
                  </a:lnTo>
                  <a:lnTo>
                    <a:pt x="1518" y="1078"/>
                  </a:lnTo>
                  <a:lnTo>
                    <a:pt x="1518" y="234"/>
                  </a:lnTo>
                  <a:lnTo>
                    <a:pt x="1313" y="214"/>
                  </a:lnTo>
                  <a:lnTo>
                    <a:pt x="1313" y="118"/>
                  </a:lnTo>
                  <a:lnTo>
                    <a:pt x="1690" y="25"/>
                  </a:lnTo>
                  <a:lnTo>
                    <a:pt x="1832" y="25"/>
                  </a:lnTo>
                  <a:lnTo>
                    <a:pt x="1832" y="713"/>
                  </a:lnTo>
                  <a:lnTo>
                    <a:pt x="2247" y="25"/>
                  </a:lnTo>
                  <a:lnTo>
                    <a:pt x="2497" y="25"/>
                  </a:lnTo>
                  <a:lnTo>
                    <a:pt x="2497" y="822"/>
                  </a:lnTo>
                  <a:lnTo>
                    <a:pt x="2759" y="473"/>
                  </a:lnTo>
                  <a:lnTo>
                    <a:pt x="2759" y="62"/>
                  </a:lnTo>
                  <a:lnTo>
                    <a:pt x="2779" y="44"/>
                  </a:lnTo>
                  <a:lnTo>
                    <a:pt x="2806" y="27"/>
                  </a:lnTo>
                  <a:lnTo>
                    <a:pt x="2837" y="13"/>
                  </a:lnTo>
                  <a:lnTo>
                    <a:pt x="2872" y="4"/>
                  </a:ln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90562"/>
            <a:ext cx="8077200" cy="369332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 noProof="0" smtClean="0"/>
              <a:t>Click to edit Master title style</a:t>
            </a:r>
            <a:endParaRPr lang="en-GB" noProof="0" dirty="0"/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533400" y="1760410"/>
            <a:ext cx="8077200" cy="1846659"/>
          </a:xfrm>
        </p:spPr>
        <p:txBody>
          <a:bodyPr>
            <a:spAutoFit/>
          </a:bodyPr>
          <a:lstStyle>
            <a:lvl1pPr marL="0" indent="0">
              <a:defRPr sz="1800" baseline="0"/>
            </a:lvl1pPr>
            <a:lvl2pPr marL="342900" indent="-342900">
              <a:defRPr sz="1800"/>
            </a:lvl2pPr>
            <a:lvl3pPr marL="684213" indent="-342900">
              <a:defRPr sz="1800"/>
            </a:lvl3pPr>
            <a:lvl4pPr marL="1025525" indent="-341313">
              <a:defRPr sz="1800"/>
            </a:lvl4pPr>
            <a:lvl5pPr marL="1371600" indent="-346075">
              <a:defRPr sz="1800"/>
            </a:lvl5pPr>
          </a:lstStyle>
          <a:p>
            <a:pPr lvl="0"/>
            <a:r>
              <a:rPr lang="en-US" noProof="0" dirty="0" smtClean="0"/>
              <a:t>Click to edit Master text styles</a:t>
            </a:r>
          </a:p>
          <a:p>
            <a:pPr lvl="1"/>
            <a:r>
              <a:rPr lang="en-US" noProof="0" dirty="0" smtClean="0"/>
              <a:t>Second level</a:t>
            </a:r>
          </a:p>
          <a:p>
            <a:pPr lvl="2"/>
            <a:r>
              <a:rPr lang="en-US" noProof="0" dirty="0" smtClean="0"/>
              <a:t>Third level</a:t>
            </a:r>
          </a:p>
          <a:p>
            <a:pPr lvl="3"/>
            <a:r>
              <a:rPr lang="en-US" noProof="0" dirty="0" smtClean="0"/>
              <a:t>Fourth level</a:t>
            </a:r>
          </a:p>
          <a:p>
            <a:pPr lvl="4"/>
            <a:r>
              <a:rPr lang="en-US" noProof="0" dirty="0" smtClean="0"/>
              <a:t>Fifth level</a:t>
            </a:r>
            <a:endParaRPr lang="en-GB" noProof="0" dirty="0"/>
          </a:p>
        </p:txBody>
      </p:sp>
      <p:cxnSp>
        <p:nvCxnSpPr>
          <p:cNvPr id="9" name="Shape 8"/>
          <p:cNvCxnSpPr/>
          <p:nvPr userDrawn="1"/>
        </p:nvCxnSpPr>
        <p:spPr>
          <a:xfrm rot="5400000" flipH="1" flipV="1">
            <a:off x="4422648" y="-3432047"/>
            <a:ext cx="146304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9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000000"/>
                </a:solidFill>
              </a:rPr>
              <a:t>Client Name | Engagement Name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B3EC2FE-9459-4FDA-9759-F26BFFB0DFD5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90562"/>
            <a:ext cx="8077200" cy="369332"/>
          </a:xfrm>
        </p:spPr>
        <p:txBody>
          <a:bodyPr>
            <a:spAutoFit/>
          </a:bodyPr>
          <a:lstStyle/>
          <a:p>
            <a:r>
              <a:rPr lang="en-US" noProof="0" smtClean="0"/>
              <a:t>Click to edit Master title style</a:t>
            </a:r>
            <a:endParaRPr lang="en-GB" noProof="0" dirty="0"/>
          </a:p>
        </p:txBody>
      </p:sp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533400" y="1760410"/>
            <a:ext cx="3962400" cy="4411790"/>
          </a:xfrm>
        </p:spPr>
        <p:txBody>
          <a:bodyPr/>
          <a:lstStyle>
            <a:lvl1pPr marL="0" indent="0">
              <a:defRPr sz="1800"/>
            </a:lvl1pPr>
            <a:lvl2pPr marL="342900" indent="-342900">
              <a:defRPr sz="1800"/>
            </a:lvl2pPr>
            <a:lvl3pPr marL="685800" indent="-342900">
              <a:defRPr sz="1800"/>
            </a:lvl3pPr>
            <a:lvl4pPr marL="1028700" indent="-342900">
              <a:tabLst/>
              <a:defRPr sz="1800"/>
            </a:lvl4pPr>
            <a:lvl5pPr marL="1371600" indent="-342900">
              <a:defRPr sz="1800"/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/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4648201" y="1760410"/>
            <a:ext cx="3962399" cy="4411790"/>
          </a:xfrm>
        </p:spPr>
        <p:txBody>
          <a:bodyPr/>
          <a:lstStyle>
            <a:lvl1pPr marL="0" indent="0">
              <a:defRPr sz="1800"/>
            </a:lvl1pPr>
            <a:lvl2pPr>
              <a:defRPr sz="1800"/>
            </a:lvl2pPr>
            <a:lvl3pPr marL="685800" indent="-342900">
              <a:defRPr sz="1800"/>
            </a:lvl3pPr>
            <a:lvl4pPr marL="1028700" indent="-342900">
              <a:defRPr sz="1800"/>
            </a:lvl4pPr>
            <a:lvl5pPr marL="1371600" indent="-342900">
              <a:defRPr sz="1800"/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/>
          </a:p>
        </p:txBody>
      </p:sp>
      <p:cxnSp>
        <p:nvCxnSpPr>
          <p:cNvPr id="62" name="Shape 61"/>
          <p:cNvCxnSpPr/>
          <p:nvPr/>
        </p:nvCxnSpPr>
        <p:spPr>
          <a:xfrm rot="5400000" flipH="1" flipV="1">
            <a:off x="4423800" y="-3433199"/>
            <a:ext cx="144000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9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000000"/>
                </a:solidFill>
              </a:rPr>
              <a:t>Client Name | Engagement Name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E8B518A-2265-4338-9403-C0C26BC64638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3" name="PwCFirm"/>
          <p:cNvSpPr txBox="1"/>
          <p:nvPr userDrawn="1"/>
        </p:nvSpPr>
        <p:spPr>
          <a:xfrm>
            <a:off x="533400" y="6477000"/>
            <a:ext cx="25908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Bef>
                <a:spcPct val="0"/>
              </a:spcBef>
              <a:spcAft>
                <a:spcPct val="0"/>
              </a:spcAft>
            </a:pPr>
            <a:r>
              <a:rPr lang="en-GB" sz="1000" dirty="0" smtClean="0">
                <a:solidFill>
                  <a:srgbClr val="000000"/>
                </a:solidFill>
              </a:rPr>
              <a:t>PwC</a:t>
            </a:r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90563"/>
            <a:ext cx="8077200" cy="369332"/>
          </a:xfrm>
        </p:spPr>
        <p:txBody>
          <a:bodyPr>
            <a:spAutoFit/>
          </a:bodyPr>
          <a:lstStyle/>
          <a:p>
            <a:r>
              <a:rPr lang="en-US" noProof="0" smtClean="0"/>
              <a:t>Click to edit Master title style</a:t>
            </a:r>
            <a:endParaRPr lang="en-GB" noProof="0" dirty="0"/>
          </a:p>
        </p:txBody>
      </p:sp>
      <p:sp>
        <p:nvSpPr>
          <p:cNvPr id="27" name="Content Placeholder 26"/>
          <p:cNvSpPr>
            <a:spLocks noGrp="1"/>
          </p:cNvSpPr>
          <p:nvPr>
            <p:ph sz="quarter" idx="13"/>
          </p:nvPr>
        </p:nvSpPr>
        <p:spPr>
          <a:xfrm>
            <a:off x="533400" y="1760410"/>
            <a:ext cx="2590800" cy="4411790"/>
          </a:xfrm>
        </p:spPr>
        <p:txBody>
          <a:bodyPr/>
          <a:lstStyle>
            <a:lvl1pPr marL="0" indent="0">
              <a:defRPr sz="1800"/>
            </a:lvl1pPr>
            <a:lvl2pPr marL="342900" indent="-342900">
              <a:defRPr sz="1800"/>
            </a:lvl2pPr>
            <a:lvl3pPr marL="685800" indent="-342900">
              <a:defRPr sz="1800"/>
            </a:lvl3pPr>
            <a:lvl4pPr marL="1028700" indent="-342900">
              <a:defRPr sz="1800"/>
            </a:lvl4pPr>
            <a:lvl5pPr marL="1371600" indent="-342900">
              <a:defRPr sz="1800"/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/>
          </a:p>
        </p:txBody>
      </p:sp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3276601" y="1760410"/>
            <a:ext cx="2590799" cy="4411790"/>
          </a:xfrm>
        </p:spPr>
        <p:txBody>
          <a:bodyPr/>
          <a:lstStyle>
            <a:lvl1pPr marL="0" indent="0">
              <a:defRPr sz="1800"/>
            </a:lvl1pPr>
            <a:lvl2pPr marL="342900" indent="-342900">
              <a:defRPr sz="1800"/>
            </a:lvl2pPr>
            <a:lvl3pPr marL="685800" indent="-342900">
              <a:defRPr sz="1800"/>
            </a:lvl3pPr>
            <a:lvl4pPr marL="1028700" indent="-342900">
              <a:defRPr sz="1800"/>
            </a:lvl4pPr>
            <a:lvl5pPr marL="1371600" indent="-342900">
              <a:defRPr sz="1800"/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/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6019800" y="1760410"/>
            <a:ext cx="2590800" cy="4411790"/>
          </a:xfrm>
        </p:spPr>
        <p:txBody>
          <a:bodyPr/>
          <a:lstStyle>
            <a:lvl1pPr marL="0" indent="0">
              <a:defRPr sz="1800"/>
            </a:lvl1pPr>
            <a:lvl2pPr marL="342900" indent="-342900">
              <a:defRPr sz="1800"/>
            </a:lvl2pPr>
            <a:lvl3pPr marL="685800" indent="-342900">
              <a:defRPr sz="1800"/>
            </a:lvl3pPr>
            <a:lvl4pPr marL="1028700" indent="-342900">
              <a:defRPr sz="1800"/>
            </a:lvl4pPr>
            <a:lvl5pPr marL="1371600" indent="-342900">
              <a:defRPr sz="1800"/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/>
          </a:p>
        </p:txBody>
      </p:sp>
      <p:cxnSp>
        <p:nvCxnSpPr>
          <p:cNvPr id="19" name="Shape 18"/>
          <p:cNvCxnSpPr/>
          <p:nvPr/>
        </p:nvCxnSpPr>
        <p:spPr>
          <a:xfrm rot="5400000" flipH="1" flipV="1">
            <a:off x="4422648" y="-3432047"/>
            <a:ext cx="146304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000000"/>
                </a:solidFill>
              </a:rPr>
              <a:t>Client Name | Engagement Name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05F6D60-52AE-4E55-8B46-523EB6C25492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4" name="PwCFirm"/>
          <p:cNvSpPr txBox="1"/>
          <p:nvPr userDrawn="1"/>
        </p:nvSpPr>
        <p:spPr>
          <a:xfrm>
            <a:off x="533400" y="6477000"/>
            <a:ext cx="25908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Bef>
                <a:spcPct val="0"/>
              </a:spcBef>
              <a:spcAft>
                <a:spcPct val="0"/>
              </a:spcAft>
            </a:pPr>
            <a:r>
              <a:rPr lang="en-GB" sz="1000" dirty="0" smtClean="0">
                <a:solidFill>
                  <a:srgbClr val="000000"/>
                </a:solidFill>
              </a:rPr>
              <a:t>PwC</a:t>
            </a: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wo und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90562"/>
            <a:ext cx="8077200" cy="369332"/>
          </a:xfrm>
        </p:spPr>
        <p:txBody>
          <a:bodyPr>
            <a:spAutoFit/>
          </a:bodyPr>
          <a:lstStyle>
            <a:lvl1pPr indent="0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r>
              <a:rPr lang="en-US" noProof="0" smtClean="0"/>
              <a:t>Click to edit Master title style</a:t>
            </a:r>
            <a:endParaRPr lang="en-GB" noProof="0" dirty="0"/>
          </a:p>
        </p:txBody>
      </p:sp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533400" y="3352800"/>
            <a:ext cx="3962400" cy="2819400"/>
          </a:xfrm>
        </p:spPr>
        <p:txBody>
          <a:bodyPr/>
          <a:lstStyle>
            <a:lvl1pPr marL="0" indent="0">
              <a:defRPr sz="1800"/>
            </a:lvl1pPr>
            <a:lvl2pPr marL="342900" indent="-342900">
              <a:defRPr sz="1800"/>
            </a:lvl2pPr>
            <a:lvl3pPr marL="685800" indent="-342900">
              <a:defRPr sz="1800"/>
            </a:lvl3pPr>
            <a:lvl4pPr marL="1028700" indent="-342900">
              <a:defRPr sz="1800"/>
            </a:lvl4pPr>
            <a:lvl5pPr marL="1371600" indent="-342900">
              <a:defRPr sz="1800"/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/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4648199" y="3352800"/>
            <a:ext cx="3962401" cy="2819400"/>
          </a:xfrm>
        </p:spPr>
        <p:txBody>
          <a:bodyPr/>
          <a:lstStyle>
            <a:lvl1pPr marL="0" indent="0">
              <a:defRPr sz="1800"/>
            </a:lvl1pPr>
            <a:lvl2pPr marL="342900" indent="-342900">
              <a:defRPr sz="1800"/>
            </a:lvl2pPr>
            <a:lvl3pPr marL="685800" indent="-342900">
              <a:defRPr sz="1800"/>
            </a:lvl3pPr>
            <a:lvl4pPr marL="1028700" indent="-342900">
              <a:defRPr sz="1800"/>
            </a:lvl4pPr>
            <a:lvl5pPr marL="1371600" indent="-342900">
              <a:defRPr sz="1800"/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533400" y="1760410"/>
            <a:ext cx="8077200" cy="1351090"/>
          </a:xfrm>
        </p:spPr>
        <p:txBody>
          <a:bodyPr/>
          <a:lstStyle>
            <a:lvl1pPr indent="0">
              <a:spcBef>
                <a:spcPts val="0"/>
              </a:spcBef>
              <a:spcAft>
                <a:spcPts val="900"/>
              </a:spcAft>
              <a:defRPr sz="1800"/>
            </a:lvl1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cxnSp>
        <p:nvCxnSpPr>
          <p:cNvPr id="14" name="Shape 13"/>
          <p:cNvCxnSpPr/>
          <p:nvPr/>
        </p:nvCxnSpPr>
        <p:spPr>
          <a:xfrm rot="5400000" flipH="1" flipV="1">
            <a:off x="4422648" y="-3432047"/>
            <a:ext cx="146304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10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000000"/>
                </a:solidFill>
              </a:rPr>
              <a:t>Client Name | Engagement Name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868636D-D879-4543-A187-6E463213AAFD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6" name="PwCFirm"/>
          <p:cNvSpPr txBox="1"/>
          <p:nvPr userDrawn="1"/>
        </p:nvSpPr>
        <p:spPr>
          <a:xfrm>
            <a:off x="533400" y="6477000"/>
            <a:ext cx="25908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Bef>
                <a:spcPct val="0"/>
              </a:spcBef>
              <a:spcAft>
                <a:spcPct val="0"/>
              </a:spcAft>
            </a:pPr>
            <a:r>
              <a:rPr lang="en-GB" sz="1000" dirty="0" smtClean="0">
                <a:solidFill>
                  <a:srgbClr val="000000"/>
                </a:solidFill>
              </a:rPr>
              <a:t>PwC</a:t>
            </a:r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wo and Lef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90562"/>
            <a:ext cx="8077200" cy="369332"/>
          </a:xfrm>
        </p:spPr>
        <p:txBody>
          <a:bodyPr>
            <a:spAutoFit/>
          </a:bodyPr>
          <a:lstStyle>
            <a:lvl1pPr indent="0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r>
              <a:rPr lang="en-US" noProof="0" smtClean="0"/>
              <a:t>Click to edit Master title style</a:t>
            </a:r>
            <a:endParaRPr lang="en-GB" noProof="0" dirty="0"/>
          </a:p>
        </p:txBody>
      </p:sp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6019800" y="1760409"/>
            <a:ext cx="2590800" cy="2098803"/>
          </a:xfrm>
        </p:spPr>
        <p:txBody>
          <a:bodyPr/>
          <a:lstStyle>
            <a:lvl1pPr indent="0">
              <a:spcBef>
                <a:spcPts val="0"/>
              </a:spcBef>
              <a:spcAft>
                <a:spcPts val="900"/>
              </a:spcAft>
              <a:defRPr sz="1800"/>
            </a:lvl1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6019800" y="4038600"/>
            <a:ext cx="2590800" cy="2133600"/>
          </a:xfrm>
        </p:spPr>
        <p:txBody>
          <a:bodyPr/>
          <a:lstStyle>
            <a:lvl1pPr indent="0">
              <a:spcBef>
                <a:spcPts val="0"/>
              </a:spcBef>
              <a:spcAft>
                <a:spcPts val="900"/>
              </a:spcAft>
              <a:defRPr sz="1800"/>
            </a:lvl1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533400" y="1760410"/>
            <a:ext cx="5334000" cy="4411790"/>
          </a:xfrm>
        </p:spPr>
        <p:txBody>
          <a:bodyPr/>
          <a:lstStyle>
            <a:lvl1pPr indent="0">
              <a:spcBef>
                <a:spcPts val="0"/>
              </a:spcBef>
              <a:spcAft>
                <a:spcPts val="900"/>
              </a:spcAft>
              <a:defRPr sz="1800"/>
            </a:lvl1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cxnSp>
        <p:nvCxnSpPr>
          <p:cNvPr id="14" name="Shape 13"/>
          <p:cNvCxnSpPr/>
          <p:nvPr/>
        </p:nvCxnSpPr>
        <p:spPr>
          <a:xfrm rot="5400000" flipH="1" flipV="1">
            <a:off x="4422648" y="-3432047"/>
            <a:ext cx="146304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10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000000"/>
                </a:solidFill>
              </a:rPr>
              <a:t>Client Name | Engagement Name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CBF44FE-F51B-48E2-BB17-D7F8687C76DE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6" name="PwCFirm"/>
          <p:cNvSpPr txBox="1"/>
          <p:nvPr userDrawn="1"/>
        </p:nvSpPr>
        <p:spPr>
          <a:xfrm>
            <a:off x="533400" y="6477000"/>
            <a:ext cx="25908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Bef>
                <a:spcPct val="0"/>
              </a:spcBef>
              <a:spcAft>
                <a:spcPct val="0"/>
              </a:spcAft>
            </a:pPr>
            <a:r>
              <a:rPr lang="en-GB" sz="1000" dirty="0" smtClean="0">
                <a:solidFill>
                  <a:srgbClr val="000000"/>
                </a:solidFill>
              </a:rPr>
              <a:t>PwC</a:t>
            </a:r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wo and Righ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533400" y="1760409"/>
            <a:ext cx="2590800" cy="2098803"/>
          </a:xfrm>
        </p:spPr>
        <p:txBody>
          <a:bodyPr/>
          <a:lstStyle>
            <a:lvl1pPr indent="0">
              <a:spcBef>
                <a:spcPts val="0"/>
              </a:spcBef>
              <a:spcAft>
                <a:spcPts val="900"/>
              </a:spcAft>
              <a:defRPr sz="1800"/>
            </a:lvl1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90562"/>
            <a:ext cx="8077200" cy="369332"/>
          </a:xfrm>
        </p:spPr>
        <p:txBody>
          <a:bodyPr>
            <a:spAutoFit/>
          </a:bodyPr>
          <a:lstStyle>
            <a:lvl1pPr indent="0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r>
              <a:rPr lang="en-US" noProof="0" smtClean="0"/>
              <a:t>Click to edit Master title style</a:t>
            </a:r>
            <a:endParaRPr lang="en-GB" noProof="0" dirty="0"/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533400" y="4038600"/>
            <a:ext cx="2590800" cy="2133600"/>
          </a:xfrm>
        </p:spPr>
        <p:txBody>
          <a:bodyPr/>
          <a:lstStyle>
            <a:lvl1pPr indent="0">
              <a:spcBef>
                <a:spcPts val="0"/>
              </a:spcBef>
              <a:spcAft>
                <a:spcPts val="900"/>
              </a:spcAft>
              <a:defRPr sz="1800"/>
            </a:lvl1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3276600" y="1755648"/>
            <a:ext cx="5334000" cy="4416552"/>
          </a:xfrm>
        </p:spPr>
        <p:txBody>
          <a:bodyPr/>
          <a:lstStyle>
            <a:lvl1pPr indent="0">
              <a:spcBef>
                <a:spcPts val="0"/>
              </a:spcBef>
              <a:spcAft>
                <a:spcPts val="900"/>
              </a:spcAft>
              <a:defRPr sz="1800"/>
            </a:lvl1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cxnSp>
        <p:nvCxnSpPr>
          <p:cNvPr id="14" name="Shape 13"/>
          <p:cNvCxnSpPr/>
          <p:nvPr/>
        </p:nvCxnSpPr>
        <p:spPr>
          <a:xfrm rot="5400000" flipH="1" flipV="1">
            <a:off x="4422648" y="-3432047"/>
            <a:ext cx="146304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10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000000"/>
                </a:solidFill>
              </a:rPr>
              <a:t>Client Name | Engagement Name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289C8EF2-A90D-4123-A248-A74701FE85CE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6" name="PwCFirm"/>
          <p:cNvSpPr txBox="1"/>
          <p:nvPr userDrawn="1"/>
        </p:nvSpPr>
        <p:spPr>
          <a:xfrm>
            <a:off x="533400" y="6477000"/>
            <a:ext cx="25908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Bef>
                <a:spcPct val="0"/>
              </a:spcBef>
              <a:spcAft>
                <a:spcPct val="0"/>
              </a:spcAft>
            </a:pPr>
            <a:r>
              <a:rPr lang="en-GB" sz="1000" dirty="0" smtClean="0">
                <a:solidFill>
                  <a:srgbClr val="000000"/>
                </a:solidFill>
              </a:rPr>
              <a:t>PwC</a:t>
            </a: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One with Imp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600" y="691356"/>
            <a:ext cx="5334000" cy="369332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 noProof="1" smtClean="0"/>
              <a:t>Click to edit Master title style</a:t>
            </a:r>
            <a:endParaRPr lang="en-GB" noProof="1"/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3276600" y="1755648"/>
            <a:ext cx="5334000" cy="1846659"/>
          </a:xfrm>
        </p:spPr>
        <p:txBody>
          <a:bodyPr/>
          <a:lstStyle>
            <a:lvl1pPr marL="0" indent="0">
              <a:defRPr sz="1800" baseline="0"/>
            </a:lvl1pPr>
            <a:lvl2pPr marL="342900" indent="-342900">
              <a:defRPr sz="1800"/>
            </a:lvl2pPr>
            <a:lvl3pPr marL="685800" indent="-342900">
              <a:defRPr sz="1800"/>
            </a:lvl3pPr>
            <a:lvl4pPr marL="1028700" indent="-342900">
              <a:defRPr sz="1800"/>
            </a:lvl4pPr>
            <a:lvl5pPr marL="1371600" indent="-342900">
              <a:defRPr sz="1800"/>
            </a:lvl5pPr>
          </a:lstStyle>
          <a:p>
            <a:pPr lvl="0"/>
            <a:r>
              <a:rPr lang="en-US" noProof="1" smtClean="0"/>
              <a:t>Click to edit Master text styles</a:t>
            </a:r>
          </a:p>
          <a:p>
            <a:pPr lvl="1"/>
            <a:r>
              <a:rPr lang="en-US" noProof="1" smtClean="0"/>
              <a:t>Second level</a:t>
            </a:r>
          </a:p>
          <a:p>
            <a:pPr lvl="2"/>
            <a:r>
              <a:rPr lang="en-US" noProof="1" smtClean="0"/>
              <a:t>Third level</a:t>
            </a:r>
          </a:p>
          <a:p>
            <a:pPr lvl="3"/>
            <a:r>
              <a:rPr lang="en-US" noProof="1" smtClean="0"/>
              <a:t>Fourth level</a:t>
            </a:r>
          </a:p>
          <a:p>
            <a:pPr lvl="4"/>
            <a:r>
              <a:rPr lang="en-US" noProof="1" smtClean="0"/>
              <a:t>Fifth level</a:t>
            </a:r>
            <a:endParaRPr lang="en-GB" noProof="1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533400" y="1743743"/>
            <a:ext cx="2590800" cy="1107996"/>
          </a:xfrm>
        </p:spPr>
        <p:txBody>
          <a:bodyPr>
            <a:spAutoFit/>
          </a:bodyPr>
          <a:lstStyle>
            <a:lvl1pPr indent="0">
              <a:defRPr sz="2400" b="1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1" smtClean="0"/>
              <a:t>Click to edit Master text styles</a:t>
            </a:r>
          </a:p>
        </p:txBody>
      </p:sp>
      <p:cxnSp>
        <p:nvCxnSpPr>
          <p:cNvPr id="13" name="Shape 12"/>
          <p:cNvCxnSpPr/>
          <p:nvPr userDrawn="1"/>
        </p:nvCxnSpPr>
        <p:spPr>
          <a:xfrm rot="5400000" flipH="1" flipV="1">
            <a:off x="5794248" y="-2060447"/>
            <a:ext cx="146304" cy="54864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9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000000"/>
                </a:solidFill>
              </a:rPr>
              <a:t>Client Name | Engagement Name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43F4799-E238-4ED8-9B66-484AA0CB1D27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5" name="PwCFirm"/>
          <p:cNvSpPr txBox="1"/>
          <p:nvPr userDrawn="1"/>
        </p:nvSpPr>
        <p:spPr>
          <a:xfrm>
            <a:off x="533400" y="6477000"/>
            <a:ext cx="25908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Bef>
                <a:spcPct val="0"/>
              </a:spcBef>
              <a:spcAft>
                <a:spcPct val="0"/>
              </a:spcAft>
            </a:pPr>
            <a:r>
              <a:rPr lang="en-GB" sz="1000" dirty="0" smtClean="0">
                <a:solidFill>
                  <a:srgbClr val="000000"/>
                </a:solidFill>
              </a:rPr>
              <a:t>PwC</a:t>
            </a: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90562"/>
            <a:ext cx="8077200" cy="369332"/>
          </a:xfrm>
        </p:spPr>
        <p:txBody>
          <a:bodyPr>
            <a:spAutoFit/>
          </a:bodyPr>
          <a:lstStyle/>
          <a:p>
            <a:r>
              <a:rPr lang="en-US" noProof="0" smtClean="0"/>
              <a:t>Click to edit Master title style</a:t>
            </a:r>
            <a:endParaRPr lang="en-GB" noProof="0" dirty="0"/>
          </a:p>
        </p:txBody>
      </p:sp>
      <p:cxnSp>
        <p:nvCxnSpPr>
          <p:cNvPr id="10" name="Shape 9"/>
          <p:cNvCxnSpPr/>
          <p:nvPr/>
        </p:nvCxnSpPr>
        <p:spPr>
          <a:xfrm rot="5400000" flipH="1" flipV="1">
            <a:off x="4422648" y="-3432047"/>
            <a:ext cx="146304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000000"/>
                </a:solidFill>
              </a:rPr>
              <a:t>Client Name | Engagement Name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76654-C4C0-4C7E-8486-FE5E0788E133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2" name="PwCFirm"/>
          <p:cNvSpPr txBox="1"/>
          <p:nvPr userDrawn="1"/>
        </p:nvSpPr>
        <p:spPr>
          <a:xfrm>
            <a:off x="533400" y="6477000"/>
            <a:ext cx="25908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Bef>
                <a:spcPct val="0"/>
              </a:spcBef>
              <a:spcAft>
                <a:spcPct val="0"/>
              </a:spcAft>
            </a:pPr>
            <a:r>
              <a:rPr lang="en-GB" sz="1000" dirty="0" smtClean="0">
                <a:solidFill>
                  <a:srgbClr val="000000"/>
                </a:solidFill>
              </a:rPr>
              <a:t>PwC</a:t>
            </a:r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000000"/>
                </a:solidFill>
              </a:rPr>
              <a:t>Client Name | Engagement Name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CD09-CF68-4522-B632-0942D573E5FD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9" name="PwCFirm"/>
          <p:cNvSpPr txBox="1"/>
          <p:nvPr userDrawn="1"/>
        </p:nvSpPr>
        <p:spPr>
          <a:xfrm>
            <a:off x="533400" y="6477000"/>
            <a:ext cx="25908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Bef>
                <a:spcPct val="0"/>
              </a:spcBef>
              <a:spcAft>
                <a:spcPct val="0"/>
              </a:spcAft>
            </a:pPr>
            <a:r>
              <a:rPr lang="en-GB" sz="1000" dirty="0" smtClean="0">
                <a:solidFill>
                  <a:srgbClr val="000000"/>
                </a:solidFill>
              </a:rPr>
              <a:t>PwC</a:t>
            </a:r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90562"/>
            <a:ext cx="8077200" cy="369332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GB" noProof="0" dirty="0"/>
          </a:p>
        </p:txBody>
      </p:sp>
      <p:cxnSp>
        <p:nvCxnSpPr>
          <p:cNvPr id="11" name="Shape 10"/>
          <p:cNvCxnSpPr/>
          <p:nvPr/>
        </p:nvCxnSpPr>
        <p:spPr>
          <a:xfrm rot="5400000" flipH="1" flipV="1">
            <a:off x="4422648" y="-3432047"/>
            <a:ext cx="146304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6"/>
          <p:cNvSpPr>
            <a:spLocks noGrp="1"/>
          </p:cNvSpPr>
          <p:nvPr>
            <p:ph sz="quarter" idx="15"/>
          </p:nvPr>
        </p:nvSpPr>
        <p:spPr>
          <a:xfrm>
            <a:off x="533400" y="1722112"/>
            <a:ext cx="8077200" cy="4419600"/>
          </a:xfrm>
        </p:spPr>
        <p:txBody>
          <a:bodyPr/>
          <a:lstStyle>
            <a:lvl1pPr>
              <a:defRPr sz="3200" baseline="0">
                <a:solidFill>
                  <a:schemeClr val="tx2"/>
                </a:solidFill>
              </a:defRPr>
            </a:lvl1pPr>
            <a:lvl2pPr marL="457200" indent="-457200">
              <a:buClr>
                <a:schemeClr val="tx2"/>
              </a:buClr>
              <a:defRPr sz="3200">
                <a:solidFill>
                  <a:schemeClr val="tx2"/>
                </a:solidFill>
              </a:defRPr>
            </a:lvl2pPr>
            <a:lvl3pPr marL="914400" indent="-457200">
              <a:buClr>
                <a:schemeClr val="tx2"/>
              </a:buClr>
              <a:tabLst/>
              <a:defRPr sz="3200">
                <a:solidFill>
                  <a:schemeClr val="tx2"/>
                </a:solidFill>
              </a:defRPr>
            </a:lvl3pPr>
            <a:lvl4pPr marL="1371600" indent="-457200">
              <a:buClr>
                <a:schemeClr val="tx2"/>
              </a:buClr>
              <a:defRPr sz="3200">
                <a:solidFill>
                  <a:schemeClr val="tx2"/>
                </a:solidFill>
              </a:defRPr>
            </a:lvl4pPr>
            <a:lvl5pPr marL="1828800" indent="-457200">
              <a:buClr>
                <a:schemeClr val="tx2"/>
              </a:buClr>
              <a:defRPr sz="3200">
                <a:solidFill>
                  <a:schemeClr val="tx2"/>
                </a:solidFill>
              </a:defRPr>
            </a:lvl5pPr>
            <a:lvl6pPr>
              <a:buClr>
                <a:schemeClr val="tx2"/>
              </a:buClr>
              <a:defRPr sz="3200" baseline="0">
                <a:solidFill>
                  <a:schemeClr val="tx2"/>
                </a:solidFill>
              </a:defRPr>
            </a:lvl6pPr>
            <a:lvl7pPr>
              <a:buClr>
                <a:schemeClr val="tx2"/>
              </a:buClr>
              <a:buAutoNum type="alphaLcPeriod"/>
              <a:defRPr sz="3200" baseline="0">
                <a:solidFill>
                  <a:schemeClr val="tx2"/>
                </a:solidFill>
              </a:defRPr>
            </a:lvl7pPr>
            <a:lvl8pPr>
              <a:buClr>
                <a:schemeClr val="tx2"/>
              </a:buClr>
              <a:buNone/>
              <a:defRPr sz="3200">
                <a:solidFill>
                  <a:schemeClr val="tx2"/>
                </a:solidFill>
              </a:defRPr>
            </a:lvl8pPr>
            <a:lvl9pPr>
              <a:defRPr sz="32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000000"/>
                </a:solidFill>
              </a:rPr>
              <a:t>Client Name | Engagement Name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EDFE70C-4979-46AB-8527-AF379633AD8F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3" name="PwCFirm"/>
          <p:cNvSpPr txBox="1"/>
          <p:nvPr userDrawn="1"/>
        </p:nvSpPr>
        <p:spPr>
          <a:xfrm>
            <a:off x="533400" y="6477000"/>
            <a:ext cx="25908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Bef>
                <a:spcPct val="0"/>
              </a:spcBef>
              <a:spcAft>
                <a:spcPct val="0"/>
              </a:spcAft>
            </a:pPr>
            <a:r>
              <a:rPr lang="en-GB" sz="1000" dirty="0" smtClean="0">
                <a:solidFill>
                  <a:srgbClr val="000000"/>
                </a:solidFill>
              </a:rPr>
              <a:t>PwC</a:t>
            </a:r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Key point: Colou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90562"/>
            <a:ext cx="8077200" cy="369332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 smtClean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722112"/>
            <a:ext cx="8077200" cy="4419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defRPr sz="3200" baseline="0">
                <a:solidFill>
                  <a:schemeClr val="bg1"/>
                </a:solidFill>
              </a:defRPr>
            </a:lvl1pPr>
            <a:lvl2pPr marL="457200" indent="-4572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bg1"/>
              </a:buClr>
              <a:defRPr sz="3200">
                <a:solidFill>
                  <a:schemeClr val="bg1"/>
                </a:solidFill>
              </a:defRPr>
            </a:lvl2pPr>
            <a:lvl3pPr marL="914400" indent="-4572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bg1"/>
              </a:buClr>
              <a:defRPr sz="3200">
                <a:solidFill>
                  <a:schemeClr val="bg1"/>
                </a:solidFill>
              </a:defRPr>
            </a:lvl3pPr>
            <a:lvl4pPr marL="1371600" indent="-4572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bg1"/>
              </a:buClr>
              <a:defRPr sz="3200">
                <a:solidFill>
                  <a:schemeClr val="bg1"/>
                </a:solidFill>
              </a:defRPr>
            </a:lvl4pPr>
            <a:lvl5pPr marL="1828800" indent="-4572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bg1"/>
              </a:buClr>
              <a:defRPr sz="3200">
                <a:solidFill>
                  <a:schemeClr val="bg1"/>
                </a:solidFill>
              </a:defRPr>
            </a:lvl5pPr>
            <a:lvl6pPr marL="1611313" indent="-271463">
              <a:lnSpc>
                <a:spcPts val="3600"/>
              </a:lnSpc>
              <a:spcBef>
                <a:spcPts val="0"/>
              </a:spcBef>
              <a:spcAft>
                <a:spcPts val="60"/>
              </a:spcAft>
              <a:buClr>
                <a:schemeClr val="bg1"/>
              </a:buClr>
              <a:buFont typeface="Arial" pitchFamily="34" charset="0"/>
              <a:buNone/>
              <a:defRPr sz="2800">
                <a:solidFill>
                  <a:schemeClr val="bg1"/>
                </a:solidFill>
              </a:defRPr>
            </a:lvl6pPr>
            <a:lvl7pPr>
              <a:defRPr sz="2800">
                <a:solidFill>
                  <a:schemeClr val="bg1"/>
                </a:solidFill>
              </a:defRPr>
            </a:lvl7pPr>
            <a:lvl8pPr>
              <a:lnSpc>
                <a:spcPts val="3600"/>
              </a:lnSpc>
              <a:defRPr sz="2800">
                <a:solidFill>
                  <a:schemeClr val="bg1"/>
                </a:solidFill>
              </a:defRPr>
            </a:lvl8pPr>
            <a:lvl9pPr>
              <a:defRPr sz="28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 smtClean="0"/>
          </a:p>
        </p:txBody>
      </p:sp>
      <p:cxnSp>
        <p:nvCxnSpPr>
          <p:cNvPr id="11" name="Shape 10"/>
          <p:cNvCxnSpPr/>
          <p:nvPr/>
        </p:nvCxnSpPr>
        <p:spPr>
          <a:xfrm rot="5400000" flipH="1" flipV="1">
            <a:off x="4422648" y="-3432047"/>
            <a:ext cx="146304" cy="8229600"/>
          </a:xfrm>
          <a:prstGeom prst="bentConnector2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r>
              <a:rPr lang="en-GB" dirty="0" smtClean="0">
                <a:solidFill>
                  <a:srgbClr val="FFFFFF"/>
                </a:solidFill>
              </a:rPr>
              <a:t>Client Name | Engagement Name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fld id="{01742904-8AEA-4B3F-86EC-63D5B120C3B6}" type="slidenum">
              <a:rPr lang="en-GB" smtClean="0">
                <a:solidFill>
                  <a:srgbClr val="FFFFFF"/>
                </a:solidFill>
              </a:rPr>
              <a:pPr/>
              <a:t>‹#›</a:t>
            </a:fld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3" name="PwCFirm"/>
          <p:cNvSpPr txBox="1"/>
          <p:nvPr userDrawn="1"/>
        </p:nvSpPr>
        <p:spPr>
          <a:xfrm>
            <a:off x="533400" y="6477000"/>
            <a:ext cx="25908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Bef>
                <a:spcPct val="0"/>
              </a:spcBef>
              <a:spcAft>
                <a:spcPct val="0"/>
              </a:spcAft>
            </a:pPr>
            <a:r>
              <a:rPr lang="en-GB" sz="1000" dirty="0" smtClean="0">
                <a:solidFill>
                  <a:srgbClr val="FFFFFF"/>
                </a:solidFill>
              </a:rPr>
              <a:t>PwC</a:t>
            </a:r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ctrTitle"/>
          </p:nvPr>
        </p:nvSpPr>
        <p:spPr bwMode="black">
          <a:xfrm>
            <a:off x="533400" y="669134"/>
            <a:ext cx="8077200" cy="492443"/>
          </a:xfrm>
        </p:spPr>
        <p:txBody>
          <a:bodyPr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GB" noProof="0" dirty="0" smtClean="0"/>
          </a:p>
        </p:txBody>
      </p:sp>
      <p:sp>
        <p:nvSpPr>
          <p:cNvPr id="58" name="Subtitle 2"/>
          <p:cNvSpPr>
            <a:spLocks noGrp="1"/>
          </p:cNvSpPr>
          <p:nvPr>
            <p:ph type="subTitle" idx="1"/>
          </p:nvPr>
        </p:nvSpPr>
        <p:spPr bwMode="black">
          <a:xfrm>
            <a:off x="533400" y="1722112"/>
            <a:ext cx="8077200" cy="492443"/>
          </a:xfr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smtClean="0"/>
              <a:t>Click to edit Master subtitle style</a:t>
            </a:r>
            <a:endParaRPr lang="en-GB" noProof="0" dirty="0" smtClean="0"/>
          </a:p>
        </p:txBody>
      </p:sp>
      <p:cxnSp>
        <p:nvCxnSpPr>
          <p:cNvPr id="12" name="Shape 11"/>
          <p:cNvCxnSpPr/>
          <p:nvPr/>
        </p:nvCxnSpPr>
        <p:spPr>
          <a:xfrm rot="5400000" flipH="1" flipV="1">
            <a:off x="4422648" y="-3432047"/>
            <a:ext cx="146304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000000"/>
                </a:solidFill>
              </a:rPr>
              <a:t>Client Name | Engagement Name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C4985-F72C-4B48-8A51-744470817E55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3" name="PwCFirm"/>
          <p:cNvSpPr txBox="1"/>
          <p:nvPr userDrawn="1"/>
        </p:nvSpPr>
        <p:spPr>
          <a:xfrm>
            <a:off x="533400" y="6477000"/>
            <a:ext cx="25908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Bef>
                <a:spcPct val="0"/>
              </a:spcBef>
              <a:spcAft>
                <a:spcPct val="0"/>
              </a:spcAft>
            </a:pPr>
            <a:r>
              <a:rPr lang="en-GB" sz="1000" dirty="0" smtClean="0">
                <a:solidFill>
                  <a:srgbClr val="000000"/>
                </a:solidFill>
              </a:rPr>
              <a:t>PwC</a:t>
            </a:r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: Colou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ctrTitle"/>
          </p:nvPr>
        </p:nvSpPr>
        <p:spPr bwMode="black">
          <a:xfrm>
            <a:off x="533400" y="669133"/>
            <a:ext cx="8077200" cy="492443"/>
          </a:xfrm>
        </p:spPr>
        <p:txBody>
          <a:bodyPr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 smtClean="0"/>
              <a:t>Click to edit Master title style</a:t>
            </a:r>
            <a:endParaRPr lang="en-GB" noProof="0" dirty="0"/>
          </a:p>
        </p:txBody>
      </p:sp>
      <p:sp>
        <p:nvSpPr>
          <p:cNvPr id="22" name="Subtitle 2"/>
          <p:cNvSpPr>
            <a:spLocks noGrp="1"/>
          </p:cNvSpPr>
          <p:nvPr>
            <p:ph type="subTitle" idx="1"/>
          </p:nvPr>
        </p:nvSpPr>
        <p:spPr bwMode="black">
          <a:xfrm>
            <a:off x="533400" y="1722112"/>
            <a:ext cx="8077200" cy="492443"/>
          </a:xfr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457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914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3716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5pPr>
            <a:lvl6pPr marL="18288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6pPr>
            <a:lvl7pPr marL="22860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7pPr>
            <a:lvl8pPr marL="2743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8pPr>
            <a:lvl9pPr marL="3200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US" noProof="0" smtClean="0"/>
              <a:t>Click to edit Master subtitle style</a:t>
            </a:r>
            <a:endParaRPr lang="en-GB" noProof="0" dirty="0" smtClean="0"/>
          </a:p>
        </p:txBody>
      </p:sp>
      <p:cxnSp>
        <p:nvCxnSpPr>
          <p:cNvPr id="11" name="Shape 10"/>
          <p:cNvCxnSpPr/>
          <p:nvPr/>
        </p:nvCxnSpPr>
        <p:spPr>
          <a:xfrm rot="5400000" flipH="1" flipV="1">
            <a:off x="4422648" y="-3432047"/>
            <a:ext cx="146304" cy="8229600"/>
          </a:xfrm>
          <a:prstGeom prst="bentConnector2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r>
              <a:rPr lang="en-GB" dirty="0" smtClean="0">
                <a:solidFill>
                  <a:srgbClr val="FFFFFF"/>
                </a:solidFill>
              </a:rPr>
              <a:t>Client Name | Engagement Name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fld id="{8F2FB21F-28DE-4D2F-9071-3F4AC7F4B911}" type="slidenum">
              <a:rPr lang="en-GB" smtClean="0">
                <a:solidFill>
                  <a:srgbClr val="FFFFFF"/>
                </a:solidFill>
              </a:rPr>
              <a:pPr/>
              <a:t>‹#›</a:t>
            </a:fld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3" name="PwCFirm"/>
          <p:cNvSpPr txBox="1"/>
          <p:nvPr userDrawn="1"/>
        </p:nvSpPr>
        <p:spPr>
          <a:xfrm>
            <a:off x="533400" y="6477000"/>
            <a:ext cx="25908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Bef>
                <a:spcPct val="0"/>
              </a:spcBef>
              <a:spcAft>
                <a:spcPct val="0"/>
              </a:spcAft>
            </a:pPr>
            <a:r>
              <a:rPr lang="en-GB" sz="1000" dirty="0" smtClean="0">
                <a:solidFill>
                  <a:srgbClr val="FFFFFF"/>
                </a:solidFill>
              </a:rPr>
              <a:t>PwC</a:t>
            </a:r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: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ctrTitle"/>
          </p:nvPr>
        </p:nvSpPr>
        <p:spPr bwMode="black">
          <a:xfrm>
            <a:off x="533400" y="669133"/>
            <a:ext cx="8077200" cy="492443"/>
          </a:xfrm>
        </p:spPr>
        <p:txBody>
          <a:bodyPr anchor="t" anchorCtr="0">
            <a:sp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GB" noProof="0" dirty="0" smtClean="0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3"/>
          </p:nvPr>
        </p:nvSpPr>
        <p:spPr>
          <a:xfrm>
            <a:off x="533401" y="2819400"/>
            <a:ext cx="3962399" cy="3352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342900" indent="-3429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 marL="685800" indent="-342900"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028700" indent="-342900"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 marL="1371600" indent="-342900"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 smtClean="0"/>
          </a:p>
        </p:txBody>
      </p:sp>
      <p:sp>
        <p:nvSpPr>
          <p:cNvPr id="33" name="Subtitle 2"/>
          <p:cNvSpPr>
            <a:spLocks noGrp="1"/>
          </p:cNvSpPr>
          <p:nvPr>
            <p:ph type="subTitle" idx="1"/>
          </p:nvPr>
        </p:nvSpPr>
        <p:spPr bwMode="black">
          <a:xfrm>
            <a:off x="533400" y="1722112"/>
            <a:ext cx="8077200" cy="492443"/>
          </a:xfr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457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914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3716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5pPr>
            <a:lvl6pPr marL="18288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6pPr>
            <a:lvl7pPr marL="22860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7pPr>
            <a:lvl8pPr marL="2743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8pPr>
            <a:lvl9pPr marL="3200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US" noProof="0" smtClean="0"/>
              <a:t>Click to edit Master subtitle style</a:t>
            </a:r>
            <a:endParaRPr lang="en-GB" noProof="0" dirty="0" smtClean="0"/>
          </a:p>
        </p:txBody>
      </p:sp>
      <p:cxnSp>
        <p:nvCxnSpPr>
          <p:cNvPr id="12" name="Shape 11"/>
          <p:cNvCxnSpPr/>
          <p:nvPr/>
        </p:nvCxnSpPr>
        <p:spPr>
          <a:xfrm rot="5400000" flipH="1" flipV="1">
            <a:off x="4423800" y="-3433199"/>
            <a:ext cx="144000" cy="8229600"/>
          </a:xfrm>
          <a:prstGeom prst="bentConnector2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r>
              <a:rPr lang="en-GB" dirty="0" smtClean="0">
                <a:solidFill>
                  <a:srgbClr val="FFFFFF"/>
                </a:solidFill>
              </a:rPr>
              <a:t>Client Name | Engagement Name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fld id="{C204E5AC-349C-4AD4-98D5-E59B85F922E6}" type="slidenum">
              <a:rPr lang="en-GB" smtClean="0">
                <a:solidFill>
                  <a:srgbClr val="FFFFFF"/>
                </a:solidFill>
              </a:rPr>
              <a:pPr/>
              <a:t>‹#›</a:t>
            </a:fld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4" name="PwCFirm"/>
          <p:cNvSpPr txBox="1"/>
          <p:nvPr userDrawn="1"/>
        </p:nvSpPr>
        <p:spPr>
          <a:xfrm>
            <a:off x="533400" y="6477000"/>
            <a:ext cx="25908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Bef>
                <a:spcPct val="0"/>
              </a:spcBef>
              <a:spcAft>
                <a:spcPct val="0"/>
              </a:spcAft>
            </a:pPr>
            <a:r>
              <a:rPr lang="en-GB" sz="1000" dirty="0" smtClean="0">
                <a:solidFill>
                  <a:srgbClr val="FFFFFF"/>
                </a:solidFill>
              </a:rPr>
              <a:t>PwC</a:t>
            </a:r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: Fixed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Shape 140"/>
          <p:cNvCxnSpPr/>
          <p:nvPr/>
        </p:nvCxnSpPr>
        <p:spPr>
          <a:xfrm rot="5400000" flipH="1" flipV="1">
            <a:off x="5100456" y="-2738255"/>
            <a:ext cx="144000" cy="6839712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itle 1"/>
          <p:cNvSpPr>
            <a:spLocks noGrp="1"/>
          </p:cNvSpPr>
          <p:nvPr>
            <p:ph type="ctrTitle" hasCustomPrompt="1"/>
          </p:nvPr>
        </p:nvSpPr>
        <p:spPr bwMode="black">
          <a:xfrm>
            <a:off x="1882775" y="716769"/>
            <a:ext cx="5356225" cy="914400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3200" b="1" i="1" baseline="0">
                <a:solidFill>
                  <a:schemeClr val="tx1"/>
                </a:solidFill>
              </a:defRPr>
            </a:lvl1pPr>
          </a:lstStyle>
          <a:p>
            <a:r>
              <a:rPr lang="en-GB" noProof="0" dirty="0" smtClean="0"/>
              <a:t>Click to add the presentation’s main title</a:t>
            </a:r>
            <a:endParaRPr lang="en-GB" noProof="0" dirty="0"/>
          </a:p>
        </p:txBody>
      </p:sp>
      <p:sp>
        <p:nvSpPr>
          <p:cNvPr id="143" name="Subtitle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1882775" y="1707368"/>
            <a:ext cx="5356225" cy="914401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 baseline="0">
                <a:solidFill>
                  <a:schemeClr val="tx1"/>
                </a:solidFill>
                <a:latin typeface="+mj-lt"/>
              </a:defRPr>
            </a:lvl1pPr>
            <a:lvl2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457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914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3716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5pPr>
            <a:lvl6pPr marL="18288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6pPr>
            <a:lvl7pPr marL="22860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7pPr>
            <a:lvl8pPr marL="2743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8pPr>
            <a:lvl9pPr marL="3200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 dirty="0" smtClean="0"/>
              <a:t>Subtitle and date (move higher if title is only one line)</a:t>
            </a:r>
          </a:p>
        </p:txBody>
      </p:sp>
      <p:sp>
        <p:nvSpPr>
          <p:cNvPr id="144" name="Text Placeholder 31"/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1895475" y="374904"/>
            <a:ext cx="4105656" cy="146304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 smtClean="0"/>
              <a:t>www.pwc.com</a:t>
            </a:r>
            <a:endParaRPr lang="en-GB" noProof="0"/>
          </a:p>
        </p:txBody>
      </p:sp>
      <p:grpSp>
        <p:nvGrpSpPr>
          <p:cNvPr id="2" name="Group 33"/>
          <p:cNvGrpSpPr/>
          <p:nvPr userDrawn="1"/>
        </p:nvGrpSpPr>
        <p:grpSpPr>
          <a:xfrm>
            <a:off x="1752713" y="5768682"/>
            <a:ext cx="448159" cy="402310"/>
            <a:chOff x="1752713" y="5768682"/>
            <a:chExt cx="448159" cy="402310"/>
          </a:xfrm>
        </p:grpSpPr>
        <p:sp>
          <p:nvSpPr>
            <p:cNvPr id="107" name="Rectangle 25"/>
            <p:cNvSpPr>
              <a:spLocks noChangeArrowheads="1"/>
            </p:cNvSpPr>
            <p:nvPr userDrawn="1"/>
          </p:nvSpPr>
          <p:spPr bwMode="gray">
            <a:xfrm>
              <a:off x="2143416" y="6057076"/>
              <a:ext cx="57456" cy="113916"/>
            </a:xfrm>
            <a:prstGeom prst="rect">
              <a:avLst/>
            </a:prstGeom>
            <a:solidFill>
              <a:srgbClr val="F445F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08" name="Rectangle 26"/>
            <p:cNvSpPr>
              <a:spLocks noChangeArrowheads="1"/>
            </p:cNvSpPr>
            <p:nvPr userDrawn="1"/>
          </p:nvSpPr>
          <p:spPr bwMode="gray">
            <a:xfrm>
              <a:off x="1981101" y="5813383"/>
              <a:ext cx="44528" cy="70657"/>
            </a:xfrm>
            <a:prstGeom prst="rect">
              <a:avLst/>
            </a:prstGeom>
            <a:solidFill>
              <a:srgbClr val="F6B67F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09" name="Rectangle 27"/>
            <p:cNvSpPr>
              <a:spLocks noChangeArrowheads="1"/>
            </p:cNvSpPr>
            <p:nvPr userDrawn="1"/>
          </p:nvSpPr>
          <p:spPr bwMode="gray">
            <a:xfrm>
              <a:off x="1752713" y="5768682"/>
              <a:ext cx="228388" cy="44701"/>
            </a:xfrm>
            <a:prstGeom prst="rect">
              <a:avLst/>
            </a:prstGeom>
            <a:solidFill>
              <a:srgbClr val="F48F17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10" name="Rectangle 28"/>
            <p:cNvSpPr>
              <a:spLocks noChangeArrowheads="1"/>
            </p:cNvSpPr>
            <p:nvPr userDrawn="1"/>
          </p:nvSpPr>
          <p:spPr bwMode="gray">
            <a:xfrm>
              <a:off x="1752713" y="5813383"/>
              <a:ext cx="228388" cy="70657"/>
            </a:xfrm>
            <a:prstGeom prst="rect">
              <a:avLst/>
            </a:prstGeom>
            <a:solidFill>
              <a:srgbClr val="EB660B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11" name="Rectangle 29"/>
            <p:cNvSpPr>
              <a:spLocks noChangeArrowheads="1"/>
            </p:cNvSpPr>
            <p:nvPr userDrawn="1"/>
          </p:nvSpPr>
          <p:spPr bwMode="gray">
            <a:xfrm>
              <a:off x="2025630" y="5884039"/>
              <a:ext cx="117786" cy="173037"/>
            </a:xfrm>
            <a:prstGeom prst="rect">
              <a:avLst/>
            </a:prstGeom>
            <a:solidFill>
              <a:srgbClr val="F3BF09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12" name="Rectangle 30"/>
            <p:cNvSpPr>
              <a:spLocks noChangeArrowheads="1"/>
            </p:cNvSpPr>
            <p:nvPr userDrawn="1"/>
          </p:nvSpPr>
          <p:spPr bwMode="gray">
            <a:xfrm>
              <a:off x="2025630" y="6057076"/>
              <a:ext cx="117786" cy="113916"/>
            </a:xfrm>
            <a:prstGeom prst="rect">
              <a:avLst/>
            </a:prstGeom>
            <a:solidFill>
              <a:srgbClr val="E93409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13" name="Rectangle 31"/>
            <p:cNvSpPr>
              <a:spLocks noChangeArrowheads="1"/>
            </p:cNvSpPr>
            <p:nvPr userDrawn="1"/>
          </p:nvSpPr>
          <p:spPr bwMode="gray">
            <a:xfrm>
              <a:off x="1981101" y="5884039"/>
              <a:ext cx="44528" cy="173037"/>
            </a:xfrm>
            <a:prstGeom prst="rect">
              <a:avLst/>
            </a:prstGeom>
            <a:solidFill>
              <a:srgbClr val="EA880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14" name="Rectangle 32"/>
            <p:cNvSpPr>
              <a:spLocks noChangeArrowheads="1"/>
            </p:cNvSpPr>
            <p:nvPr userDrawn="1"/>
          </p:nvSpPr>
          <p:spPr bwMode="gray">
            <a:xfrm>
              <a:off x="1981101" y="6057076"/>
              <a:ext cx="44528" cy="113916"/>
            </a:xfrm>
            <a:prstGeom prst="rect">
              <a:avLst/>
            </a:prstGeom>
            <a:solidFill>
              <a:srgbClr val="E0250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15" name="Freeform 33"/>
            <p:cNvSpPr>
              <a:spLocks/>
            </p:cNvSpPr>
            <p:nvPr userDrawn="1"/>
          </p:nvSpPr>
          <p:spPr bwMode="gray">
            <a:xfrm>
              <a:off x="1752713" y="5884039"/>
              <a:ext cx="228388" cy="17303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59" y="0"/>
                </a:cxn>
                <a:cxn ang="0">
                  <a:pos x="159" y="120"/>
                </a:cxn>
                <a:cxn ang="0">
                  <a:pos x="99" y="120"/>
                </a:cxn>
                <a:cxn ang="0">
                  <a:pos x="99" y="80"/>
                </a:cxn>
                <a:cxn ang="0">
                  <a:pos x="0" y="80"/>
                </a:cxn>
                <a:cxn ang="0">
                  <a:pos x="0" y="0"/>
                </a:cxn>
              </a:cxnLst>
              <a:rect l="0" t="0" r="r" b="b"/>
              <a:pathLst>
                <a:path w="159" h="120">
                  <a:moveTo>
                    <a:pt x="0" y="0"/>
                  </a:moveTo>
                  <a:lnTo>
                    <a:pt x="159" y="0"/>
                  </a:lnTo>
                  <a:lnTo>
                    <a:pt x="159" y="120"/>
                  </a:lnTo>
                  <a:lnTo>
                    <a:pt x="99" y="120"/>
                  </a:lnTo>
                  <a:lnTo>
                    <a:pt x="99" y="80"/>
                  </a:lnTo>
                  <a:lnTo>
                    <a:pt x="0" y="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4C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16" name="Rectangle 34"/>
            <p:cNvSpPr>
              <a:spLocks noChangeArrowheads="1"/>
            </p:cNvSpPr>
            <p:nvPr userDrawn="1"/>
          </p:nvSpPr>
          <p:spPr bwMode="gray">
            <a:xfrm>
              <a:off x="1894917" y="6057076"/>
              <a:ext cx="86184" cy="113916"/>
            </a:xfrm>
            <a:prstGeom prst="rect">
              <a:avLst/>
            </a:prstGeom>
            <a:solidFill>
              <a:srgbClr val="D614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17" name="Rectangle 35"/>
            <p:cNvSpPr>
              <a:spLocks noChangeArrowheads="1"/>
            </p:cNvSpPr>
            <p:nvPr userDrawn="1"/>
          </p:nvSpPr>
          <p:spPr bwMode="gray">
            <a:xfrm>
              <a:off x="1752713" y="5999398"/>
              <a:ext cx="142204" cy="57679"/>
            </a:xfrm>
            <a:prstGeom prst="rect">
              <a:avLst/>
            </a:prstGeom>
            <a:solidFill>
              <a:srgbClr val="C93C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18" name="Rectangle 36"/>
            <p:cNvSpPr>
              <a:spLocks noChangeArrowheads="1"/>
            </p:cNvSpPr>
            <p:nvPr userDrawn="1"/>
          </p:nvSpPr>
          <p:spPr bwMode="gray">
            <a:xfrm>
              <a:off x="1752713" y="6057076"/>
              <a:ext cx="142204" cy="113916"/>
            </a:xfrm>
            <a:prstGeom prst="rect">
              <a:avLst/>
            </a:prstGeom>
            <a:solidFill>
              <a:srgbClr val="C01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19" name="Rectangle 25"/>
            <p:cNvSpPr>
              <a:spLocks noChangeArrowheads="1"/>
            </p:cNvSpPr>
            <p:nvPr/>
          </p:nvSpPr>
          <p:spPr bwMode="gray">
            <a:xfrm>
              <a:off x="2143416" y="6057076"/>
              <a:ext cx="57456" cy="113916"/>
            </a:xfrm>
            <a:prstGeom prst="rect">
              <a:avLst/>
            </a:prstGeom>
            <a:solidFill>
              <a:srgbClr val="F445F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20" name="Rectangle 26"/>
            <p:cNvSpPr>
              <a:spLocks noChangeArrowheads="1"/>
            </p:cNvSpPr>
            <p:nvPr/>
          </p:nvSpPr>
          <p:spPr bwMode="gray">
            <a:xfrm>
              <a:off x="1981101" y="5813383"/>
              <a:ext cx="44528" cy="70657"/>
            </a:xfrm>
            <a:prstGeom prst="rect">
              <a:avLst/>
            </a:prstGeom>
            <a:solidFill>
              <a:srgbClr val="F6B67F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21" name="Rectangle 27"/>
            <p:cNvSpPr>
              <a:spLocks noChangeArrowheads="1"/>
            </p:cNvSpPr>
            <p:nvPr/>
          </p:nvSpPr>
          <p:spPr bwMode="gray">
            <a:xfrm>
              <a:off x="1752713" y="5768682"/>
              <a:ext cx="228388" cy="44701"/>
            </a:xfrm>
            <a:prstGeom prst="rect">
              <a:avLst/>
            </a:prstGeom>
            <a:solidFill>
              <a:srgbClr val="F48F17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22" name="Rectangle 28"/>
            <p:cNvSpPr>
              <a:spLocks noChangeArrowheads="1"/>
            </p:cNvSpPr>
            <p:nvPr/>
          </p:nvSpPr>
          <p:spPr bwMode="gray">
            <a:xfrm>
              <a:off x="1752713" y="5813383"/>
              <a:ext cx="228388" cy="70657"/>
            </a:xfrm>
            <a:prstGeom prst="rect">
              <a:avLst/>
            </a:prstGeom>
            <a:solidFill>
              <a:srgbClr val="EB660B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23" name="Rectangle 29"/>
            <p:cNvSpPr>
              <a:spLocks noChangeArrowheads="1"/>
            </p:cNvSpPr>
            <p:nvPr/>
          </p:nvSpPr>
          <p:spPr bwMode="gray">
            <a:xfrm>
              <a:off x="2025630" y="5884039"/>
              <a:ext cx="117786" cy="173037"/>
            </a:xfrm>
            <a:prstGeom prst="rect">
              <a:avLst/>
            </a:prstGeom>
            <a:solidFill>
              <a:srgbClr val="F3BF09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24" name="Rectangle 30"/>
            <p:cNvSpPr>
              <a:spLocks noChangeArrowheads="1"/>
            </p:cNvSpPr>
            <p:nvPr/>
          </p:nvSpPr>
          <p:spPr bwMode="gray">
            <a:xfrm>
              <a:off x="2025630" y="6057076"/>
              <a:ext cx="117786" cy="113916"/>
            </a:xfrm>
            <a:prstGeom prst="rect">
              <a:avLst/>
            </a:prstGeom>
            <a:solidFill>
              <a:srgbClr val="E93409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25" name="Rectangle 31"/>
            <p:cNvSpPr>
              <a:spLocks noChangeArrowheads="1"/>
            </p:cNvSpPr>
            <p:nvPr/>
          </p:nvSpPr>
          <p:spPr bwMode="gray">
            <a:xfrm>
              <a:off x="1981101" y="5884039"/>
              <a:ext cx="44528" cy="173037"/>
            </a:xfrm>
            <a:prstGeom prst="rect">
              <a:avLst/>
            </a:prstGeom>
            <a:solidFill>
              <a:srgbClr val="EA880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26" name="Rectangle 32"/>
            <p:cNvSpPr>
              <a:spLocks noChangeArrowheads="1"/>
            </p:cNvSpPr>
            <p:nvPr/>
          </p:nvSpPr>
          <p:spPr bwMode="gray">
            <a:xfrm>
              <a:off x="1981101" y="6057076"/>
              <a:ext cx="44528" cy="113916"/>
            </a:xfrm>
            <a:prstGeom prst="rect">
              <a:avLst/>
            </a:prstGeom>
            <a:solidFill>
              <a:srgbClr val="E0250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27" name="Freeform 33"/>
            <p:cNvSpPr>
              <a:spLocks/>
            </p:cNvSpPr>
            <p:nvPr/>
          </p:nvSpPr>
          <p:spPr bwMode="gray">
            <a:xfrm>
              <a:off x="1752713" y="5884039"/>
              <a:ext cx="228388" cy="17303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59" y="0"/>
                </a:cxn>
                <a:cxn ang="0">
                  <a:pos x="159" y="120"/>
                </a:cxn>
                <a:cxn ang="0">
                  <a:pos x="99" y="120"/>
                </a:cxn>
                <a:cxn ang="0">
                  <a:pos x="99" y="80"/>
                </a:cxn>
                <a:cxn ang="0">
                  <a:pos x="0" y="80"/>
                </a:cxn>
                <a:cxn ang="0">
                  <a:pos x="0" y="0"/>
                </a:cxn>
              </a:cxnLst>
              <a:rect l="0" t="0" r="r" b="b"/>
              <a:pathLst>
                <a:path w="159" h="120">
                  <a:moveTo>
                    <a:pt x="0" y="0"/>
                  </a:moveTo>
                  <a:lnTo>
                    <a:pt x="159" y="0"/>
                  </a:lnTo>
                  <a:lnTo>
                    <a:pt x="159" y="120"/>
                  </a:lnTo>
                  <a:lnTo>
                    <a:pt x="99" y="120"/>
                  </a:lnTo>
                  <a:lnTo>
                    <a:pt x="99" y="80"/>
                  </a:lnTo>
                  <a:lnTo>
                    <a:pt x="0" y="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4C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28" name="Rectangle 34"/>
            <p:cNvSpPr>
              <a:spLocks noChangeArrowheads="1"/>
            </p:cNvSpPr>
            <p:nvPr/>
          </p:nvSpPr>
          <p:spPr bwMode="gray">
            <a:xfrm>
              <a:off x="1894917" y="6057076"/>
              <a:ext cx="86184" cy="113916"/>
            </a:xfrm>
            <a:prstGeom prst="rect">
              <a:avLst/>
            </a:prstGeom>
            <a:solidFill>
              <a:srgbClr val="D614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29" name="Rectangle 35"/>
            <p:cNvSpPr>
              <a:spLocks noChangeArrowheads="1"/>
            </p:cNvSpPr>
            <p:nvPr/>
          </p:nvSpPr>
          <p:spPr bwMode="gray">
            <a:xfrm>
              <a:off x="1752713" y="5999398"/>
              <a:ext cx="142204" cy="57679"/>
            </a:xfrm>
            <a:prstGeom prst="rect">
              <a:avLst/>
            </a:prstGeom>
            <a:solidFill>
              <a:srgbClr val="C93C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30" name="Rectangle 36"/>
            <p:cNvSpPr>
              <a:spLocks noChangeArrowheads="1"/>
            </p:cNvSpPr>
            <p:nvPr/>
          </p:nvSpPr>
          <p:spPr bwMode="gray">
            <a:xfrm>
              <a:off x="1752713" y="6057076"/>
              <a:ext cx="142204" cy="113916"/>
            </a:xfrm>
            <a:prstGeom prst="rect">
              <a:avLst/>
            </a:prstGeom>
            <a:solidFill>
              <a:srgbClr val="C01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" name="Group 34"/>
          <p:cNvGrpSpPr/>
          <p:nvPr userDrawn="1"/>
        </p:nvGrpSpPr>
        <p:grpSpPr>
          <a:xfrm>
            <a:off x="968592" y="6170991"/>
            <a:ext cx="914400" cy="533479"/>
            <a:chOff x="968592" y="6170991"/>
            <a:chExt cx="914400" cy="533479"/>
          </a:xfrm>
        </p:grpSpPr>
        <p:sp>
          <p:nvSpPr>
            <p:cNvPr id="105" name="Rectangle 37"/>
            <p:cNvSpPr>
              <a:spLocks noChangeArrowheads="1"/>
            </p:cNvSpPr>
            <p:nvPr userDrawn="1"/>
          </p:nvSpPr>
          <p:spPr bwMode="black">
            <a:xfrm>
              <a:off x="1524116" y="6170991"/>
              <a:ext cx="228600" cy="52646"/>
            </a:xfrm>
            <a:prstGeom prst="rect">
              <a:avLst/>
            </a:prstGeom>
            <a:solidFill>
              <a:srgbClr val="A10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06" name="Freeform 7"/>
            <p:cNvSpPr>
              <a:spLocks noEditPoints="1"/>
            </p:cNvSpPr>
            <p:nvPr userDrawn="1"/>
          </p:nvSpPr>
          <p:spPr bwMode="black">
            <a:xfrm>
              <a:off x="968592" y="6359814"/>
              <a:ext cx="914400" cy="344656"/>
            </a:xfrm>
            <a:custGeom>
              <a:avLst/>
              <a:gdLst/>
              <a:ahLst/>
              <a:cxnLst>
                <a:cxn ang="0">
                  <a:pos x="581" y="233"/>
                </a:cxn>
                <a:cxn ang="0">
                  <a:pos x="538" y="949"/>
                </a:cxn>
                <a:cxn ang="0">
                  <a:pos x="630" y="946"/>
                </a:cxn>
                <a:cxn ang="0">
                  <a:pos x="793" y="880"/>
                </a:cxn>
                <a:cxn ang="0">
                  <a:pos x="886" y="728"/>
                </a:cxn>
                <a:cxn ang="0">
                  <a:pos x="905" y="505"/>
                </a:cxn>
                <a:cxn ang="0">
                  <a:pos x="850" y="329"/>
                </a:cxn>
                <a:cxn ang="0">
                  <a:pos x="727" y="241"/>
                </a:cxn>
                <a:cxn ang="0">
                  <a:pos x="521" y="3"/>
                </a:cxn>
                <a:cxn ang="0">
                  <a:pos x="643" y="74"/>
                </a:cxn>
                <a:cxn ang="0">
                  <a:pos x="761" y="24"/>
                </a:cxn>
                <a:cxn ang="0">
                  <a:pos x="855" y="9"/>
                </a:cxn>
                <a:cxn ang="0">
                  <a:pos x="1026" y="40"/>
                </a:cxn>
                <a:cxn ang="0">
                  <a:pos x="1180" y="172"/>
                </a:cxn>
                <a:cxn ang="0">
                  <a:pos x="1265" y="383"/>
                </a:cxn>
                <a:cxn ang="0">
                  <a:pos x="1265" y="641"/>
                </a:cxn>
                <a:cxn ang="0">
                  <a:pos x="1175" y="857"/>
                </a:cxn>
                <a:cxn ang="0">
                  <a:pos x="1005" y="1006"/>
                </a:cxn>
                <a:cxn ang="0">
                  <a:pos x="766" y="1074"/>
                </a:cxn>
                <a:cxn ang="0">
                  <a:pos x="601" y="1074"/>
                </a:cxn>
                <a:cxn ang="0">
                  <a:pos x="692" y="1447"/>
                </a:cxn>
                <a:cxn ang="0">
                  <a:pos x="171" y="1408"/>
                </a:cxn>
                <a:cxn ang="0">
                  <a:pos x="413" y="3"/>
                </a:cxn>
                <a:cxn ang="0">
                  <a:pos x="3876" y="20"/>
                </a:cxn>
                <a:cxn ang="0">
                  <a:pos x="4036" y="100"/>
                </a:cxn>
                <a:cxn ang="0">
                  <a:pos x="4113" y="232"/>
                </a:cxn>
                <a:cxn ang="0">
                  <a:pos x="4091" y="362"/>
                </a:cxn>
                <a:cxn ang="0">
                  <a:pos x="3995" y="436"/>
                </a:cxn>
                <a:cxn ang="0">
                  <a:pos x="3859" y="438"/>
                </a:cxn>
                <a:cxn ang="0">
                  <a:pos x="3757" y="114"/>
                </a:cxn>
                <a:cxn ang="0">
                  <a:pos x="3597" y="187"/>
                </a:cxn>
                <a:cxn ang="0">
                  <a:pos x="3508" y="339"/>
                </a:cxn>
                <a:cxn ang="0">
                  <a:pos x="3489" y="565"/>
                </a:cxn>
                <a:cxn ang="0">
                  <a:pos x="3547" y="753"/>
                </a:cxn>
                <a:cxn ang="0">
                  <a:pos x="3668" y="869"/>
                </a:cxn>
                <a:cxn ang="0">
                  <a:pos x="3821" y="896"/>
                </a:cxn>
                <a:cxn ang="0">
                  <a:pos x="3931" y="872"/>
                </a:cxn>
                <a:cxn ang="0">
                  <a:pos x="4079" y="810"/>
                </a:cxn>
                <a:cxn ang="0">
                  <a:pos x="4016" y="1024"/>
                </a:cxn>
                <a:cxn ang="0">
                  <a:pos x="3830" y="1080"/>
                </a:cxn>
                <a:cxn ang="0">
                  <a:pos x="3651" y="1095"/>
                </a:cxn>
                <a:cxn ang="0">
                  <a:pos x="3426" y="1060"/>
                </a:cxn>
                <a:cxn ang="0">
                  <a:pos x="3255" y="947"/>
                </a:cxn>
                <a:cxn ang="0">
                  <a:pos x="3140" y="772"/>
                </a:cxn>
                <a:cxn ang="0">
                  <a:pos x="3101" y="561"/>
                </a:cxn>
                <a:cxn ang="0">
                  <a:pos x="3153" y="318"/>
                </a:cxn>
                <a:cxn ang="0">
                  <a:pos x="3293" y="135"/>
                </a:cxn>
                <a:cxn ang="0">
                  <a:pos x="3508" y="27"/>
                </a:cxn>
                <a:cxn ang="0">
                  <a:pos x="2910" y="0"/>
                </a:cxn>
                <a:cxn ang="0">
                  <a:pos x="3040" y="52"/>
                </a:cxn>
                <a:cxn ang="0">
                  <a:pos x="3093" y="178"/>
                </a:cxn>
                <a:cxn ang="0">
                  <a:pos x="3071" y="277"/>
                </a:cxn>
                <a:cxn ang="0">
                  <a:pos x="3004" y="393"/>
                </a:cxn>
                <a:cxn ang="0">
                  <a:pos x="2876" y="561"/>
                </a:cxn>
                <a:cxn ang="0">
                  <a:pos x="1784" y="1078"/>
                </a:cxn>
                <a:cxn ang="0">
                  <a:pos x="1313" y="118"/>
                </a:cxn>
                <a:cxn ang="0">
                  <a:pos x="2247" y="25"/>
                </a:cxn>
                <a:cxn ang="0">
                  <a:pos x="2759" y="62"/>
                </a:cxn>
                <a:cxn ang="0">
                  <a:pos x="2872" y="4"/>
                </a:cxn>
              </a:cxnLst>
              <a:rect l="0" t="0" r="r" b="b"/>
              <a:pathLst>
                <a:path w="4127" h="1544">
                  <a:moveTo>
                    <a:pt x="640" y="229"/>
                  </a:moveTo>
                  <a:lnTo>
                    <a:pt x="622" y="229"/>
                  </a:lnTo>
                  <a:lnTo>
                    <a:pt x="603" y="230"/>
                  </a:lnTo>
                  <a:lnTo>
                    <a:pt x="581" y="233"/>
                  </a:lnTo>
                  <a:lnTo>
                    <a:pt x="553" y="235"/>
                  </a:lnTo>
                  <a:lnTo>
                    <a:pt x="521" y="241"/>
                  </a:lnTo>
                  <a:lnTo>
                    <a:pt x="521" y="947"/>
                  </a:lnTo>
                  <a:lnTo>
                    <a:pt x="538" y="949"/>
                  </a:lnTo>
                  <a:lnTo>
                    <a:pt x="553" y="949"/>
                  </a:lnTo>
                  <a:lnTo>
                    <a:pt x="566" y="949"/>
                  </a:lnTo>
                  <a:lnTo>
                    <a:pt x="578" y="949"/>
                  </a:lnTo>
                  <a:lnTo>
                    <a:pt x="630" y="946"/>
                  </a:lnTo>
                  <a:lnTo>
                    <a:pt x="677" y="937"/>
                  </a:lnTo>
                  <a:lnTo>
                    <a:pt x="720" y="924"/>
                  </a:lnTo>
                  <a:lnTo>
                    <a:pt x="758" y="905"/>
                  </a:lnTo>
                  <a:lnTo>
                    <a:pt x="793" y="880"/>
                  </a:lnTo>
                  <a:lnTo>
                    <a:pt x="824" y="850"/>
                  </a:lnTo>
                  <a:lnTo>
                    <a:pt x="849" y="815"/>
                  </a:lnTo>
                  <a:lnTo>
                    <a:pt x="870" y="775"/>
                  </a:lnTo>
                  <a:lnTo>
                    <a:pt x="886" y="728"/>
                  </a:lnTo>
                  <a:lnTo>
                    <a:pt x="897" y="678"/>
                  </a:lnTo>
                  <a:lnTo>
                    <a:pt x="905" y="622"/>
                  </a:lnTo>
                  <a:lnTo>
                    <a:pt x="907" y="561"/>
                  </a:lnTo>
                  <a:lnTo>
                    <a:pt x="905" y="505"/>
                  </a:lnTo>
                  <a:lnTo>
                    <a:pt x="897" y="452"/>
                  </a:lnTo>
                  <a:lnTo>
                    <a:pt x="886" y="407"/>
                  </a:lnTo>
                  <a:lnTo>
                    <a:pt x="870" y="366"/>
                  </a:lnTo>
                  <a:lnTo>
                    <a:pt x="850" y="329"/>
                  </a:lnTo>
                  <a:lnTo>
                    <a:pt x="826" y="299"/>
                  </a:lnTo>
                  <a:lnTo>
                    <a:pt x="797" y="274"/>
                  </a:lnTo>
                  <a:lnTo>
                    <a:pt x="763" y="254"/>
                  </a:lnTo>
                  <a:lnTo>
                    <a:pt x="727" y="241"/>
                  </a:lnTo>
                  <a:lnTo>
                    <a:pt x="686" y="232"/>
                  </a:lnTo>
                  <a:lnTo>
                    <a:pt x="640" y="229"/>
                  </a:lnTo>
                  <a:close/>
                  <a:moveTo>
                    <a:pt x="413" y="3"/>
                  </a:moveTo>
                  <a:lnTo>
                    <a:pt x="521" y="3"/>
                  </a:lnTo>
                  <a:lnTo>
                    <a:pt x="521" y="143"/>
                  </a:lnTo>
                  <a:lnTo>
                    <a:pt x="566" y="117"/>
                  </a:lnTo>
                  <a:lnTo>
                    <a:pt x="607" y="93"/>
                  </a:lnTo>
                  <a:lnTo>
                    <a:pt x="643" y="74"/>
                  </a:lnTo>
                  <a:lnTo>
                    <a:pt x="677" y="57"/>
                  </a:lnTo>
                  <a:lnTo>
                    <a:pt x="707" y="44"/>
                  </a:lnTo>
                  <a:lnTo>
                    <a:pt x="735" y="33"/>
                  </a:lnTo>
                  <a:lnTo>
                    <a:pt x="761" y="24"/>
                  </a:lnTo>
                  <a:lnTo>
                    <a:pt x="785" y="18"/>
                  </a:lnTo>
                  <a:lnTo>
                    <a:pt x="809" y="13"/>
                  </a:lnTo>
                  <a:lnTo>
                    <a:pt x="831" y="10"/>
                  </a:lnTo>
                  <a:lnTo>
                    <a:pt x="855" y="9"/>
                  </a:lnTo>
                  <a:lnTo>
                    <a:pt x="879" y="8"/>
                  </a:lnTo>
                  <a:lnTo>
                    <a:pt x="931" y="12"/>
                  </a:lnTo>
                  <a:lnTo>
                    <a:pt x="980" y="23"/>
                  </a:lnTo>
                  <a:lnTo>
                    <a:pt x="1026" y="40"/>
                  </a:lnTo>
                  <a:lnTo>
                    <a:pt x="1070" y="64"/>
                  </a:lnTo>
                  <a:lnTo>
                    <a:pt x="1110" y="94"/>
                  </a:lnTo>
                  <a:lnTo>
                    <a:pt x="1148" y="130"/>
                  </a:lnTo>
                  <a:lnTo>
                    <a:pt x="1180" y="172"/>
                  </a:lnTo>
                  <a:lnTo>
                    <a:pt x="1209" y="218"/>
                  </a:lnTo>
                  <a:lnTo>
                    <a:pt x="1233" y="268"/>
                  </a:lnTo>
                  <a:lnTo>
                    <a:pt x="1252" y="324"/>
                  </a:lnTo>
                  <a:lnTo>
                    <a:pt x="1265" y="383"/>
                  </a:lnTo>
                  <a:lnTo>
                    <a:pt x="1274" y="446"/>
                  </a:lnTo>
                  <a:lnTo>
                    <a:pt x="1278" y="512"/>
                  </a:lnTo>
                  <a:lnTo>
                    <a:pt x="1274" y="578"/>
                  </a:lnTo>
                  <a:lnTo>
                    <a:pt x="1265" y="641"/>
                  </a:lnTo>
                  <a:lnTo>
                    <a:pt x="1252" y="701"/>
                  </a:lnTo>
                  <a:lnTo>
                    <a:pt x="1232" y="756"/>
                  </a:lnTo>
                  <a:lnTo>
                    <a:pt x="1205" y="809"/>
                  </a:lnTo>
                  <a:lnTo>
                    <a:pt x="1175" y="857"/>
                  </a:lnTo>
                  <a:lnTo>
                    <a:pt x="1140" y="901"/>
                  </a:lnTo>
                  <a:lnTo>
                    <a:pt x="1099" y="941"/>
                  </a:lnTo>
                  <a:lnTo>
                    <a:pt x="1054" y="976"/>
                  </a:lnTo>
                  <a:lnTo>
                    <a:pt x="1005" y="1006"/>
                  </a:lnTo>
                  <a:lnTo>
                    <a:pt x="951" y="1031"/>
                  </a:lnTo>
                  <a:lnTo>
                    <a:pt x="894" y="1051"/>
                  </a:lnTo>
                  <a:lnTo>
                    <a:pt x="831" y="1065"/>
                  </a:lnTo>
                  <a:lnTo>
                    <a:pt x="766" y="1074"/>
                  </a:lnTo>
                  <a:lnTo>
                    <a:pt x="696" y="1078"/>
                  </a:lnTo>
                  <a:lnTo>
                    <a:pt x="670" y="1078"/>
                  </a:lnTo>
                  <a:lnTo>
                    <a:pt x="637" y="1076"/>
                  </a:lnTo>
                  <a:lnTo>
                    <a:pt x="601" y="1074"/>
                  </a:lnTo>
                  <a:lnTo>
                    <a:pt x="561" y="1071"/>
                  </a:lnTo>
                  <a:lnTo>
                    <a:pt x="521" y="1068"/>
                  </a:lnTo>
                  <a:lnTo>
                    <a:pt x="521" y="1408"/>
                  </a:lnTo>
                  <a:lnTo>
                    <a:pt x="692" y="1447"/>
                  </a:lnTo>
                  <a:lnTo>
                    <a:pt x="692" y="1544"/>
                  </a:lnTo>
                  <a:lnTo>
                    <a:pt x="18" y="1544"/>
                  </a:lnTo>
                  <a:lnTo>
                    <a:pt x="18" y="1447"/>
                  </a:lnTo>
                  <a:lnTo>
                    <a:pt x="171" y="1408"/>
                  </a:lnTo>
                  <a:lnTo>
                    <a:pt x="171" y="229"/>
                  </a:lnTo>
                  <a:lnTo>
                    <a:pt x="0" y="229"/>
                  </a:lnTo>
                  <a:lnTo>
                    <a:pt x="0" y="128"/>
                  </a:lnTo>
                  <a:lnTo>
                    <a:pt x="413" y="3"/>
                  </a:lnTo>
                  <a:close/>
                  <a:moveTo>
                    <a:pt x="3711" y="0"/>
                  </a:moveTo>
                  <a:lnTo>
                    <a:pt x="3770" y="3"/>
                  </a:lnTo>
                  <a:lnTo>
                    <a:pt x="3825" y="9"/>
                  </a:lnTo>
                  <a:lnTo>
                    <a:pt x="3876" y="20"/>
                  </a:lnTo>
                  <a:lnTo>
                    <a:pt x="3923" y="34"/>
                  </a:lnTo>
                  <a:lnTo>
                    <a:pt x="3965" y="53"/>
                  </a:lnTo>
                  <a:lnTo>
                    <a:pt x="4004" y="75"/>
                  </a:lnTo>
                  <a:lnTo>
                    <a:pt x="4036" y="100"/>
                  </a:lnTo>
                  <a:lnTo>
                    <a:pt x="4064" y="129"/>
                  </a:lnTo>
                  <a:lnTo>
                    <a:pt x="4086" y="160"/>
                  </a:lnTo>
                  <a:lnTo>
                    <a:pt x="4103" y="194"/>
                  </a:lnTo>
                  <a:lnTo>
                    <a:pt x="4113" y="232"/>
                  </a:lnTo>
                  <a:lnTo>
                    <a:pt x="4117" y="271"/>
                  </a:lnTo>
                  <a:lnTo>
                    <a:pt x="4114" y="304"/>
                  </a:lnTo>
                  <a:lnTo>
                    <a:pt x="4105" y="334"/>
                  </a:lnTo>
                  <a:lnTo>
                    <a:pt x="4091" y="362"/>
                  </a:lnTo>
                  <a:lnTo>
                    <a:pt x="4074" y="387"/>
                  </a:lnTo>
                  <a:lnTo>
                    <a:pt x="4051" y="407"/>
                  </a:lnTo>
                  <a:lnTo>
                    <a:pt x="4025" y="423"/>
                  </a:lnTo>
                  <a:lnTo>
                    <a:pt x="3995" y="436"/>
                  </a:lnTo>
                  <a:lnTo>
                    <a:pt x="3961" y="443"/>
                  </a:lnTo>
                  <a:lnTo>
                    <a:pt x="3925" y="446"/>
                  </a:lnTo>
                  <a:lnTo>
                    <a:pt x="3891" y="444"/>
                  </a:lnTo>
                  <a:lnTo>
                    <a:pt x="3859" y="438"/>
                  </a:lnTo>
                  <a:lnTo>
                    <a:pt x="3826" y="428"/>
                  </a:lnTo>
                  <a:lnTo>
                    <a:pt x="3792" y="413"/>
                  </a:lnTo>
                  <a:lnTo>
                    <a:pt x="3757" y="394"/>
                  </a:lnTo>
                  <a:lnTo>
                    <a:pt x="3757" y="114"/>
                  </a:lnTo>
                  <a:lnTo>
                    <a:pt x="3711" y="125"/>
                  </a:lnTo>
                  <a:lnTo>
                    <a:pt x="3668" y="140"/>
                  </a:lnTo>
                  <a:lnTo>
                    <a:pt x="3631" y="162"/>
                  </a:lnTo>
                  <a:lnTo>
                    <a:pt x="3597" y="187"/>
                  </a:lnTo>
                  <a:lnTo>
                    <a:pt x="3568" y="218"/>
                  </a:lnTo>
                  <a:lnTo>
                    <a:pt x="3543" y="253"/>
                  </a:lnTo>
                  <a:lnTo>
                    <a:pt x="3523" y="294"/>
                  </a:lnTo>
                  <a:lnTo>
                    <a:pt x="3508" y="339"/>
                  </a:lnTo>
                  <a:lnTo>
                    <a:pt x="3497" y="391"/>
                  </a:lnTo>
                  <a:lnTo>
                    <a:pt x="3489" y="447"/>
                  </a:lnTo>
                  <a:lnTo>
                    <a:pt x="3487" y="507"/>
                  </a:lnTo>
                  <a:lnTo>
                    <a:pt x="3489" y="565"/>
                  </a:lnTo>
                  <a:lnTo>
                    <a:pt x="3497" y="617"/>
                  </a:lnTo>
                  <a:lnTo>
                    <a:pt x="3509" y="667"/>
                  </a:lnTo>
                  <a:lnTo>
                    <a:pt x="3526" y="712"/>
                  </a:lnTo>
                  <a:lnTo>
                    <a:pt x="3547" y="753"/>
                  </a:lnTo>
                  <a:lnTo>
                    <a:pt x="3571" y="790"/>
                  </a:lnTo>
                  <a:lnTo>
                    <a:pt x="3600" y="821"/>
                  </a:lnTo>
                  <a:lnTo>
                    <a:pt x="3632" y="847"/>
                  </a:lnTo>
                  <a:lnTo>
                    <a:pt x="3668" y="869"/>
                  </a:lnTo>
                  <a:lnTo>
                    <a:pt x="3707" y="885"/>
                  </a:lnTo>
                  <a:lnTo>
                    <a:pt x="3750" y="894"/>
                  </a:lnTo>
                  <a:lnTo>
                    <a:pt x="3795" y="897"/>
                  </a:lnTo>
                  <a:lnTo>
                    <a:pt x="3821" y="896"/>
                  </a:lnTo>
                  <a:lnTo>
                    <a:pt x="3847" y="894"/>
                  </a:lnTo>
                  <a:lnTo>
                    <a:pt x="3874" y="889"/>
                  </a:lnTo>
                  <a:lnTo>
                    <a:pt x="3901" y="881"/>
                  </a:lnTo>
                  <a:lnTo>
                    <a:pt x="3931" y="872"/>
                  </a:lnTo>
                  <a:lnTo>
                    <a:pt x="3964" y="861"/>
                  </a:lnTo>
                  <a:lnTo>
                    <a:pt x="3999" y="846"/>
                  </a:lnTo>
                  <a:lnTo>
                    <a:pt x="4036" y="830"/>
                  </a:lnTo>
                  <a:lnTo>
                    <a:pt x="4079" y="810"/>
                  </a:lnTo>
                  <a:lnTo>
                    <a:pt x="4127" y="787"/>
                  </a:lnTo>
                  <a:lnTo>
                    <a:pt x="4127" y="976"/>
                  </a:lnTo>
                  <a:lnTo>
                    <a:pt x="4069" y="1001"/>
                  </a:lnTo>
                  <a:lnTo>
                    <a:pt x="4016" y="1024"/>
                  </a:lnTo>
                  <a:lnTo>
                    <a:pt x="3966" y="1041"/>
                  </a:lnTo>
                  <a:lnTo>
                    <a:pt x="3919" y="1058"/>
                  </a:lnTo>
                  <a:lnTo>
                    <a:pt x="3874" y="1070"/>
                  </a:lnTo>
                  <a:lnTo>
                    <a:pt x="3830" y="1080"/>
                  </a:lnTo>
                  <a:lnTo>
                    <a:pt x="3786" y="1086"/>
                  </a:lnTo>
                  <a:lnTo>
                    <a:pt x="3742" y="1091"/>
                  </a:lnTo>
                  <a:lnTo>
                    <a:pt x="3697" y="1094"/>
                  </a:lnTo>
                  <a:lnTo>
                    <a:pt x="3651" y="1095"/>
                  </a:lnTo>
                  <a:lnTo>
                    <a:pt x="3588" y="1093"/>
                  </a:lnTo>
                  <a:lnTo>
                    <a:pt x="3530" y="1086"/>
                  </a:lnTo>
                  <a:lnTo>
                    <a:pt x="3476" y="1075"/>
                  </a:lnTo>
                  <a:lnTo>
                    <a:pt x="3426" y="1060"/>
                  </a:lnTo>
                  <a:lnTo>
                    <a:pt x="3378" y="1039"/>
                  </a:lnTo>
                  <a:lnTo>
                    <a:pt x="3334" y="1014"/>
                  </a:lnTo>
                  <a:lnTo>
                    <a:pt x="3294" y="984"/>
                  </a:lnTo>
                  <a:lnTo>
                    <a:pt x="3255" y="947"/>
                  </a:lnTo>
                  <a:lnTo>
                    <a:pt x="3219" y="907"/>
                  </a:lnTo>
                  <a:lnTo>
                    <a:pt x="3188" y="865"/>
                  </a:lnTo>
                  <a:lnTo>
                    <a:pt x="3162" y="820"/>
                  </a:lnTo>
                  <a:lnTo>
                    <a:pt x="3140" y="772"/>
                  </a:lnTo>
                  <a:lnTo>
                    <a:pt x="3124" y="722"/>
                  </a:lnTo>
                  <a:lnTo>
                    <a:pt x="3111" y="670"/>
                  </a:lnTo>
                  <a:lnTo>
                    <a:pt x="3104" y="616"/>
                  </a:lnTo>
                  <a:lnTo>
                    <a:pt x="3101" y="561"/>
                  </a:lnTo>
                  <a:lnTo>
                    <a:pt x="3105" y="494"/>
                  </a:lnTo>
                  <a:lnTo>
                    <a:pt x="3115" y="433"/>
                  </a:lnTo>
                  <a:lnTo>
                    <a:pt x="3130" y="373"/>
                  </a:lnTo>
                  <a:lnTo>
                    <a:pt x="3153" y="318"/>
                  </a:lnTo>
                  <a:lnTo>
                    <a:pt x="3179" y="267"/>
                  </a:lnTo>
                  <a:lnTo>
                    <a:pt x="3213" y="219"/>
                  </a:lnTo>
                  <a:lnTo>
                    <a:pt x="3250" y="175"/>
                  </a:lnTo>
                  <a:lnTo>
                    <a:pt x="3293" y="135"/>
                  </a:lnTo>
                  <a:lnTo>
                    <a:pt x="3341" y="102"/>
                  </a:lnTo>
                  <a:lnTo>
                    <a:pt x="3392" y="72"/>
                  </a:lnTo>
                  <a:lnTo>
                    <a:pt x="3448" y="47"/>
                  </a:lnTo>
                  <a:lnTo>
                    <a:pt x="3508" y="27"/>
                  </a:lnTo>
                  <a:lnTo>
                    <a:pt x="3573" y="12"/>
                  </a:lnTo>
                  <a:lnTo>
                    <a:pt x="3640" y="3"/>
                  </a:lnTo>
                  <a:lnTo>
                    <a:pt x="3711" y="0"/>
                  </a:lnTo>
                  <a:close/>
                  <a:moveTo>
                    <a:pt x="2910" y="0"/>
                  </a:moveTo>
                  <a:lnTo>
                    <a:pt x="2948" y="4"/>
                  </a:lnTo>
                  <a:lnTo>
                    <a:pt x="2983" y="14"/>
                  </a:lnTo>
                  <a:lnTo>
                    <a:pt x="3014" y="30"/>
                  </a:lnTo>
                  <a:lnTo>
                    <a:pt x="3040" y="52"/>
                  </a:lnTo>
                  <a:lnTo>
                    <a:pt x="3063" y="78"/>
                  </a:lnTo>
                  <a:lnTo>
                    <a:pt x="3079" y="109"/>
                  </a:lnTo>
                  <a:lnTo>
                    <a:pt x="3089" y="142"/>
                  </a:lnTo>
                  <a:lnTo>
                    <a:pt x="3093" y="178"/>
                  </a:lnTo>
                  <a:lnTo>
                    <a:pt x="3091" y="203"/>
                  </a:lnTo>
                  <a:lnTo>
                    <a:pt x="3088" y="227"/>
                  </a:lnTo>
                  <a:lnTo>
                    <a:pt x="3081" y="252"/>
                  </a:lnTo>
                  <a:lnTo>
                    <a:pt x="3071" y="277"/>
                  </a:lnTo>
                  <a:lnTo>
                    <a:pt x="3060" y="303"/>
                  </a:lnTo>
                  <a:lnTo>
                    <a:pt x="3044" y="331"/>
                  </a:lnTo>
                  <a:lnTo>
                    <a:pt x="3025" y="361"/>
                  </a:lnTo>
                  <a:lnTo>
                    <a:pt x="3004" y="393"/>
                  </a:lnTo>
                  <a:lnTo>
                    <a:pt x="2978" y="429"/>
                  </a:lnTo>
                  <a:lnTo>
                    <a:pt x="2948" y="468"/>
                  </a:lnTo>
                  <a:lnTo>
                    <a:pt x="2914" y="512"/>
                  </a:lnTo>
                  <a:lnTo>
                    <a:pt x="2876" y="561"/>
                  </a:lnTo>
                  <a:lnTo>
                    <a:pt x="2472" y="1078"/>
                  </a:lnTo>
                  <a:lnTo>
                    <a:pt x="2182" y="1078"/>
                  </a:lnTo>
                  <a:lnTo>
                    <a:pt x="2182" y="424"/>
                  </a:lnTo>
                  <a:lnTo>
                    <a:pt x="1784" y="1078"/>
                  </a:lnTo>
                  <a:lnTo>
                    <a:pt x="1518" y="1078"/>
                  </a:lnTo>
                  <a:lnTo>
                    <a:pt x="1518" y="234"/>
                  </a:lnTo>
                  <a:lnTo>
                    <a:pt x="1313" y="214"/>
                  </a:lnTo>
                  <a:lnTo>
                    <a:pt x="1313" y="118"/>
                  </a:lnTo>
                  <a:lnTo>
                    <a:pt x="1690" y="25"/>
                  </a:lnTo>
                  <a:lnTo>
                    <a:pt x="1832" y="25"/>
                  </a:lnTo>
                  <a:lnTo>
                    <a:pt x="1832" y="713"/>
                  </a:lnTo>
                  <a:lnTo>
                    <a:pt x="2247" y="25"/>
                  </a:lnTo>
                  <a:lnTo>
                    <a:pt x="2497" y="25"/>
                  </a:lnTo>
                  <a:lnTo>
                    <a:pt x="2497" y="822"/>
                  </a:lnTo>
                  <a:lnTo>
                    <a:pt x="2759" y="473"/>
                  </a:lnTo>
                  <a:lnTo>
                    <a:pt x="2759" y="62"/>
                  </a:lnTo>
                  <a:lnTo>
                    <a:pt x="2779" y="44"/>
                  </a:lnTo>
                  <a:lnTo>
                    <a:pt x="2806" y="27"/>
                  </a:lnTo>
                  <a:lnTo>
                    <a:pt x="2837" y="13"/>
                  </a:lnTo>
                  <a:lnTo>
                    <a:pt x="2872" y="4"/>
                  </a:ln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: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3"/>
          <p:cNvGrpSpPr/>
          <p:nvPr userDrawn="1"/>
        </p:nvGrpSpPr>
        <p:grpSpPr>
          <a:xfrm>
            <a:off x="1752601" y="1"/>
            <a:ext cx="7391400" cy="6176009"/>
            <a:chOff x="1752601" y="1"/>
            <a:chExt cx="7391400" cy="6176009"/>
          </a:xfrm>
        </p:grpSpPr>
        <p:sp>
          <p:nvSpPr>
            <p:cNvPr id="35" name="Rectangle 17"/>
            <p:cNvSpPr>
              <a:spLocks noChangeArrowheads="1"/>
            </p:cNvSpPr>
            <p:nvPr/>
          </p:nvSpPr>
          <p:spPr bwMode="gray">
            <a:xfrm>
              <a:off x="1752601" y="4195630"/>
              <a:ext cx="2286000" cy="1980380"/>
            </a:xfrm>
            <a:prstGeom prst="rect">
              <a:avLst/>
            </a:prstGeom>
            <a:solidFill>
              <a:srgbClr val="9A170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36" name="Rectangle 7"/>
            <p:cNvSpPr>
              <a:spLocks noChangeArrowheads="1"/>
            </p:cNvSpPr>
            <p:nvPr/>
          </p:nvSpPr>
          <p:spPr bwMode="gray">
            <a:xfrm>
              <a:off x="8229600" y="4038312"/>
              <a:ext cx="914401" cy="2137697"/>
            </a:xfrm>
            <a:prstGeom prst="rect">
              <a:avLst/>
            </a:prstGeom>
            <a:solidFill>
              <a:srgbClr val="F3BE2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37" name="Rectangle 8"/>
            <p:cNvSpPr>
              <a:spLocks noChangeArrowheads="1"/>
            </p:cNvSpPr>
            <p:nvPr/>
          </p:nvSpPr>
          <p:spPr bwMode="gray">
            <a:xfrm>
              <a:off x="7620001" y="2899976"/>
              <a:ext cx="729522" cy="1295653"/>
            </a:xfrm>
            <a:prstGeom prst="rect">
              <a:avLst/>
            </a:prstGeom>
            <a:solidFill>
              <a:srgbClr val="F3BC87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42" name="Rectangle 9"/>
            <p:cNvSpPr>
              <a:spLocks noChangeArrowheads="1"/>
            </p:cNvSpPr>
            <p:nvPr/>
          </p:nvSpPr>
          <p:spPr bwMode="gray">
            <a:xfrm>
              <a:off x="7620001" y="4038312"/>
              <a:ext cx="729521" cy="2137697"/>
            </a:xfrm>
            <a:prstGeom prst="rect">
              <a:avLst/>
            </a:prstGeom>
            <a:solidFill>
              <a:srgbClr val="E88C1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43" name="Rectangle 11"/>
            <p:cNvSpPr>
              <a:spLocks noChangeArrowheads="1"/>
            </p:cNvSpPr>
            <p:nvPr/>
          </p:nvSpPr>
          <p:spPr bwMode="gray">
            <a:xfrm>
              <a:off x="7239000" y="696094"/>
              <a:ext cx="473687" cy="2274966"/>
            </a:xfrm>
            <a:prstGeom prst="rect">
              <a:avLst/>
            </a:prstGeom>
            <a:solidFill>
              <a:srgbClr val="E669A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44" name="Rectangle 12"/>
            <p:cNvSpPr>
              <a:spLocks noChangeArrowheads="1"/>
            </p:cNvSpPr>
            <p:nvPr/>
          </p:nvSpPr>
          <p:spPr bwMode="gray">
            <a:xfrm>
              <a:off x="7239000" y="2899977"/>
              <a:ext cx="473687" cy="1295653"/>
            </a:xfrm>
            <a:prstGeom prst="rect">
              <a:avLst/>
            </a:prstGeom>
            <a:solidFill>
              <a:srgbClr val="DB4D5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48" name="Rectangle 13"/>
            <p:cNvSpPr>
              <a:spLocks noChangeArrowheads="1"/>
            </p:cNvSpPr>
            <p:nvPr/>
          </p:nvSpPr>
          <p:spPr bwMode="gray">
            <a:xfrm>
              <a:off x="7239000" y="4038312"/>
              <a:ext cx="473687" cy="2137697"/>
            </a:xfrm>
            <a:prstGeom prst="rect">
              <a:avLst/>
            </a:prstGeom>
            <a:solidFill>
              <a:srgbClr val="D13A0D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49" name="Rectangle 14"/>
            <p:cNvSpPr>
              <a:spLocks noChangeArrowheads="1"/>
            </p:cNvSpPr>
            <p:nvPr/>
          </p:nvSpPr>
          <p:spPr bwMode="gray">
            <a:xfrm>
              <a:off x="1752601" y="659475"/>
              <a:ext cx="5622752" cy="2311585"/>
            </a:xfrm>
            <a:prstGeom prst="rect">
              <a:avLst/>
            </a:prstGeom>
            <a:solidFill>
              <a:srgbClr val="D7402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50" name="Rectangle 15"/>
            <p:cNvSpPr>
              <a:spLocks noChangeArrowheads="1"/>
            </p:cNvSpPr>
            <p:nvPr/>
          </p:nvSpPr>
          <p:spPr bwMode="gray">
            <a:xfrm>
              <a:off x="1752601" y="2899977"/>
              <a:ext cx="5622752" cy="1295653"/>
            </a:xfrm>
            <a:prstGeom prst="rect">
              <a:avLst/>
            </a:prstGeom>
            <a:solidFill>
              <a:srgbClr val="CD2F1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51" name="Freeform 16"/>
            <p:cNvSpPr>
              <a:spLocks/>
            </p:cNvSpPr>
            <p:nvPr/>
          </p:nvSpPr>
          <p:spPr bwMode="gray">
            <a:xfrm>
              <a:off x="1752601" y="4038312"/>
              <a:ext cx="5622752" cy="213769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567" y="0"/>
                </a:cxn>
                <a:cxn ang="0">
                  <a:pos x="3567" y="1340"/>
                </a:cxn>
                <a:cxn ang="0">
                  <a:pos x="1372" y="1340"/>
                </a:cxn>
                <a:cxn ang="0">
                  <a:pos x="1372" y="181"/>
                </a:cxn>
                <a:cxn ang="0">
                  <a:pos x="0" y="181"/>
                </a:cxn>
                <a:cxn ang="0">
                  <a:pos x="0" y="0"/>
                </a:cxn>
              </a:cxnLst>
              <a:rect l="0" t="0" r="r" b="b"/>
              <a:pathLst>
                <a:path w="3567" h="1340">
                  <a:moveTo>
                    <a:pt x="0" y="0"/>
                  </a:moveTo>
                  <a:lnTo>
                    <a:pt x="3567" y="0"/>
                  </a:lnTo>
                  <a:lnTo>
                    <a:pt x="3567" y="1340"/>
                  </a:lnTo>
                  <a:lnTo>
                    <a:pt x="1372" y="1340"/>
                  </a:lnTo>
                  <a:lnTo>
                    <a:pt x="1372" y="181"/>
                  </a:lnTo>
                  <a:lnTo>
                    <a:pt x="0" y="1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230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52" name="Rectangle 10"/>
            <p:cNvSpPr>
              <a:spLocks noChangeArrowheads="1"/>
            </p:cNvSpPr>
            <p:nvPr/>
          </p:nvSpPr>
          <p:spPr bwMode="gray">
            <a:xfrm>
              <a:off x="1752601" y="1"/>
              <a:ext cx="5622752" cy="696094"/>
            </a:xfrm>
            <a:prstGeom prst="rect">
              <a:avLst/>
            </a:prstGeom>
            <a:solidFill>
              <a:srgbClr val="EE9C3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</p:grpSp>
      <p:sp>
        <p:nvSpPr>
          <p:cNvPr id="31" name="Picture Placeholder 76"/>
          <p:cNvSpPr>
            <a:spLocks noGrp="1"/>
          </p:cNvSpPr>
          <p:nvPr userDrawn="1">
            <p:ph type="pic" sz="quarter" idx="13"/>
          </p:nvPr>
        </p:nvSpPr>
        <p:spPr>
          <a:xfrm>
            <a:off x="609601" y="3048000"/>
            <a:ext cx="914400" cy="762000"/>
          </a:xfrm>
        </p:spPr>
        <p:txBody>
          <a:bodyPr/>
          <a:lstStyle>
            <a:lvl1pPr>
              <a:defRPr sz="1400"/>
            </a:lvl1pPr>
          </a:lstStyle>
          <a:p>
            <a:r>
              <a:rPr lang="en-US" noProof="0" dirty="0" smtClean="0"/>
              <a:t>Click icon to add picture</a:t>
            </a:r>
            <a:endParaRPr lang="en-GB" noProof="0" dirty="0"/>
          </a:p>
        </p:txBody>
      </p:sp>
      <p:grpSp>
        <p:nvGrpSpPr>
          <p:cNvPr id="3" name="Group 24"/>
          <p:cNvGrpSpPr/>
          <p:nvPr userDrawn="1"/>
        </p:nvGrpSpPr>
        <p:grpSpPr>
          <a:xfrm>
            <a:off x="489086" y="2901697"/>
            <a:ext cx="1209752" cy="144000"/>
            <a:chOff x="489086" y="2901697"/>
            <a:chExt cx="1209752" cy="144000"/>
          </a:xfrm>
        </p:grpSpPr>
        <p:cxnSp>
          <p:nvCxnSpPr>
            <p:cNvPr id="33" name="Straight Connector 32"/>
            <p:cNvCxnSpPr/>
            <p:nvPr userDrawn="1"/>
          </p:nvCxnSpPr>
          <p:spPr>
            <a:xfrm rot="10800000">
              <a:off x="489086" y="2901698"/>
              <a:ext cx="1209752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 rot="5400000">
              <a:off x="417087" y="2973697"/>
              <a:ext cx="144000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itle 1"/>
          <p:cNvSpPr>
            <a:spLocks noGrp="1"/>
          </p:cNvSpPr>
          <p:nvPr userDrawn="1">
            <p:ph type="ctrTitle" hasCustomPrompt="1"/>
          </p:nvPr>
        </p:nvSpPr>
        <p:spPr bwMode="white">
          <a:xfrm>
            <a:off x="1882775" y="786384"/>
            <a:ext cx="5356225" cy="914400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3200" b="1" i="1"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 smtClean="0"/>
              <a:t>Click to add the presentation’s main title</a:t>
            </a:r>
            <a:endParaRPr lang="en-GB" noProof="0" dirty="0"/>
          </a:p>
        </p:txBody>
      </p:sp>
      <p:sp>
        <p:nvSpPr>
          <p:cNvPr id="46" name="Subtitle 2"/>
          <p:cNvSpPr>
            <a:spLocks noGrp="1"/>
          </p:cNvSpPr>
          <p:nvPr userDrawn="1">
            <p:ph type="subTitle" idx="1" hasCustomPrompt="1"/>
          </p:nvPr>
        </p:nvSpPr>
        <p:spPr bwMode="white">
          <a:xfrm>
            <a:off x="1882775" y="1828799"/>
            <a:ext cx="5356225" cy="914401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457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914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3716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5pPr>
            <a:lvl6pPr marL="18288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6pPr>
            <a:lvl7pPr marL="22860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7pPr>
            <a:lvl8pPr marL="2743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8pPr>
            <a:lvl9pPr marL="3200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 dirty="0" smtClean="0"/>
              <a:t>Subtitle and date (move higher if title is only one line)</a:t>
            </a:r>
          </a:p>
        </p:txBody>
      </p:sp>
      <p:sp>
        <p:nvSpPr>
          <p:cNvPr id="47" name="Text Placeholder 31"/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1895475" y="374904"/>
            <a:ext cx="4105656" cy="146304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 smtClean="0"/>
              <a:t>www.pwc.com</a:t>
            </a:r>
            <a:endParaRPr lang="en-GB" noProof="0"/>
          </a:p>
        </p:txBody>
      </p:sp>
      <p:grpSp>
        <p:nvGrpSpPr>
          <p:cNvPr id="4" name="Group 25"/>
          <p:cNvGrpSpPr/>
          <p:nvPr userDrawn="1"/>
        </p:nvGrpSpPr>
        <p:grpSpPr>
          <a:xfrm>
            <a:off x="968592" y="6170991"/>
            <a:ext cx="914400" cy="533479"/>
            <a:chOff x="968592" y="6170991"/>
            <a:chExt cx="914400" cy="533479"/>
          </a:xfrm>
        </p:grpSpPr>
        <p:sp>
          <p:nvSpPr>
            <p:cNvPr id="97" name="Rectangle 37"/>
            <p:cNvSpPr>
              <a:spLocks noChangeArrowheads="1"/>
            </p:cNvSpPr>
            <p:nvPr userDrawn="1"/>
          </p:nvSpPr>
          <p:spPr bwMode="black">
            <a:xfrm>
              <a:off x="1524116" y="6170991"/>
              <a:ext cx="228600" cy="52646"/>
            </a:xfrm>
            <a:prstGeom prst="rect">
              <a:avLst/>
            </a:prstGeom>
            <a:solidFill>
              <a:srgbClr val="A10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98" name="Freeform 7"/>
            <p:cNvSpPr>
              <a:spLocks noEditPoints="1"/>
            </p:cNvSpPr>
            <p:nvPr userDrawn="1"/>
          </p:nvSpPr>
          <p:spPr bwMode="black">
            <a:xfrm>
              <a:off x="968592" y="6359814"/>
              <a:ext cx="914400" cy="344656"/>
            </a:xfrm>
            <a:custGeom>
              <a:avLst/>
              <a:gdLst/>
              <a:ahLst/>
              <a:cxnLst>
                <a:cxn ang="0">
                  <a:pos x="581" y="233"/>
                </a:cxn>
                <a:cxn ang="0">
                  <a:pos x="538" y="949"/>
                </a:cxn>
                <a:cxn ang="0">
                  <a:pos x="630" y="946"/>
                </a:cxn>
                <a:cxn ang="0">
                  <a:pos x="793" y="880"/>
                </a:cxn>
                <a:cxn ang="0">
                  <a:pos x="886" y="728"/>
                </a:cxn>
                <a:cxn ang="0">
                  <a:pos x="905" y="505"/>
                </a:cxn>
                <a:cxn ang="0">
                  <a:pos x="850" y="329"/>
                </a:cxn>
                <a:cxn ang="0">
                  <a:pos x="727" y="241"/>
                </a:cxn>
                <a:cxn ang="0">
                  <a:pos x="521" y="3"/>
                </a:cxn>
                <a:cxn ang="0">
                  <a:pos x="643" y="74"/>
                </a:cxn>
                <a:cxn ang="0">
                  <a:pos x="761" y="24"/>
                </a:cxn>
                <a:cxn ang="0">
                  <a:pos x="855" y="9"/>
                </a:cxn>
                <a:cxn ang="0">
                  <a:pos x="1026" y="40"/>
                </a:cxn>
                <a:cxn ang="0">
                  <a:pos x="1180" y="172"/>
                </a:cxn>
                <a:cxn ang="0">
                  <a:pos x="1265" y="383"/>
                </a:cxn>
                <a:cxn ang="0">
                  <a:pos x="1265" y="641"/>
                </a:cxn>
                <a:cxn ang="0">
                  <a:pos x="1175" y="857"/>
                </a:cxn>
                <a:cxn ang="0">
                  <a:pos x="1005" y="1006"/>
                </a:cxn>
                <a:cxn ang="0">
                  <a:pos x="766" y="1074"/>
                </a:cxn>
                <a:cxn ang="0">
                  <a:pos x="601" y="1074"/>
                </a:cxn>
                <a:cxn ang="0">
                  <a:pos x="692" y="1447"/>
                </a:cxn>
                <a:cxn ang="0">
                  <a:pos x="171" y="1408"/>
                </a:cxn>
                <a:cxn ang="0">
                  <a:pos x="413" y="3"/>
                </a:cxn>
                <a:cxn ang="0">
                  <a:pos x="3876" y="20"/>
                </a:cxn>
                <a:cxn ang="0">
                  <a:pos x="4036" y="100"/>
                </a:cxn>
                <a:cxn ang="0">
                  <a:pos x="4113" y="232"/>
                </a:cxn>
                <a:cxn ang="0">
                  <a:pos x="4091" y="362"/>
                </a:cxn>
                <a:cxn ang="0">
                  <a:pos x="3995" y="436"/>
                </a:cxn>
                <a:cxn ang="0">
                  <a:pos x="3859" y="438"/>
                </a:cxn>
                <a:cxn ang="0">
                  <a:pos x="3757" y="114"/>
                </a:cxn>
                <a:cxn ang="0">
                  <a:pos x="3597" y="187"/>
                </a:cxn>
                <a:cxn ang="0">
                  <a:pos x="3508" y="339"/>
                </a:cxn>
                <a:cxn ang="0">
                  <a:pos x="3489" y="565"/>
                </a:cxn>
                <a:cxn ang="0">
                  <a:pos x="3547" y="753"/>
                </a:cxn>
                <a:cxn ang="0">
                  <a:pos x="3668" y="869"/>
                </a:cxn>
                <a:cxn ang="0">
                  <a:pos x="3821" y="896"/>
                </a:cxn>
                <a:cxn ang="0">
                  <a:pos x="3931" y="872"/>
                </a:cxn>
                <a:cxn ang="0">
                  <a:pos x="4079" y="810"/>
                </a:cxn>
                <a:cxn ang="0">
                  <a:pos x="4016" y="1024"/>
                </a:cxn>
                <a:cxn ang="0">
                  <a:pos x="3830" y="1080"/>
                </a:cxn>
                <a:cxn ang="0">
                  <a:pos x="3651" y="1095"/>
                </a:cxn>
                <a:cxn ang="0">
                  <a:pos x="3426" y="1060"/>
                </a:cxn>
                <a:cxn ang="0">
                  <a:pos x="3255" y="947"/>
                </a:cxn>
                <a:cxn ang="0">
                  <a:pos x="3140" y="772"/>
                </a:cxn>
                <a:cxn ang="0">
                  <a:pos x="3101" y="561"/>
                </a:cxn>
                <a:cxn ang="0">
                  <a:pos x="3153" y="318"/>
                </a:cxn>
                <a:cxn ang="0">
                  <a:pos x="3293" y="135"/>
                </a:cxn>
                <a:cxn ang="0">
                  <a:pos x="3508" y="27"/>
                </a:cxn>
                <a:cxn ang="0">
                  <a:pos x="2910" y="0"/>
                </a:cxn>
                <a:cxn ang="0">
                  <a:pos x="3040" y="52"/>
                </a:cxn>
                <a:cxn ang="0">
                  <a:pos x="3093" y="178"/>
                </a:cxn>
                <a:cxn ang="0">
                  <a:pos x="3071" y="277"/>
                </a:cxn>
                <a:cxn ang="0">
                  <a:pos x="3004" y="393"/>
                </a:cxn>
                <a:cxn ang="0">
                  <a:pos x="2876" y="561"/>
                </a:cxn>
                <a:cxn ang="0">
                  <a:pos x="1784" y="1078"/>
                </a:cxn>
                <a:cxn ang="0">
                  <a:pos x="1313" y="118"/>
                </a:cxn>
                <a:cxn ang="0">
                  <a:pos x="2247" y="25"/>
                </a:cxn>
                <a:cxn ang="0">
                  <a:pos x="2759" y="62"/>
                </a:cxn>
                <a:cxn ang="0">
                  <a:pos x="2872" y="4"/>
                </a:cxn>
              </a:cxnLst>
              <a:rect l="0" t="0" r="r" b="b"/>
              <a:pathLst>
                <a:path w="4127" h="1544">
                  <a:moveTo>
                    <a:pt x="640" y="229"/>
                  </a:moveTo>
                  <a:lnTo>
                    <a:pt x="622" y="229"/>
                  </a:lnTo>
                  <a:lnTo>
                    <a:pt x="603" y="230"/>
                  </a:lnTo>
                  <a:lnTo>
                    <a:pt x="581" y="233"/>
                  </a:lnTo>
                  <a:lnTo>
                    <a:pt x="553" y="235"/>
                  </a:lnTo>
                  <a:lnTo>
                    <a:pt x="521" y="241"/>
                  </a:lnTo>
                  <a:lnTo>
                    <a:pt x="521" y="947"/>
                  </a:lnTo>
                  <a:lnTo>
                    <a:pt x="538" y="949"/>
                  </a:lnTo>
                  <a:lnTo>
                    <a:pt x="553" y="949"/>
                  </a:lnTo>
                  <a:lnTo>
                    <a:pt x="566" y="949"/>
                  </a:lnTo>
                  <a:lnTo>
                    <a:pt x="578" y="949"/>
                  </a:lnTo>
                  <a:lnTo>
                    <a:pt x="630" y="946"/>
                  </a:lnTo>
                  <a:lnTo>
                    <a:pt x="677" y="937"/>
                  </a:lnTo>
                  <a:lnTo>
                    <a:pt x="720" y="924"/>
                  </a:lnTo>
                  <a:lnTo>
                    <a:pt x="758" y="905"/>
                  </a:lnTo>
                  <a:lnTo>
                    <a:pt x="793" y="880"/>
                  </a:lnTo>
                  <a:lnTo>
                    <a:pt x="824" y="850"/>
                  </a:lnTo>
                  <a:lnTo>
                    <a:pt x="849" y="815"/>
                  </a:lnTo>
                  <a:lnTo>
                    <a:pt x="870" y="775"/>
                  </a:lnTo>
                  <a:lnTo>
                    <a:pt x="886" y="728"/>
                  </a:lnTo>
                  <a:lnTo>
                    <a:pt x="897" y="678"/>
                  </a:lnTo>
                  <a:lnTo>
                    <a:pt x="905" y="622"/>
                  </a:lnTo>
                  <a:lnTo>
                    <a:pt x="907" y="561"/>
                  </a:lnTo>
                  <a:lnTo>
                    <a:pt x="905" y="505"/>
                  </a:lnTo>
                  <a:lnTo>
                    <a:pt x="897" y="452"/>
                  </a:lnTo>
                  <a:lnTo>
                    <a:pt x="886" y="407"/>
                  </a:lnTo>
                  <a:lnTo>
                    <a:pt x="870" y="366"/>
                  </a:lnTo>
                  <a:lnTo>
                    <a:pt x="850" y="329"/>
                  </a:lnTo>
                  <a:lnTo>
                    <a:pt x="826" y="299"/>
                  </a:lnTo>
                  <a:lnTo>
                    <a:pt x="797" y="274"/>
                  </a:lnTo>
                  <a:lnTo>
                    <a:pt x="763" y="254"/>
                  </a:lnTo>
                  <a:lnTo>
                    <a:pt x="727" y="241"/>
                  </a:lnTo>
                  <a:lnTo>
                    <a:pt x="686" y="232"/>
                  </a:lnTo>
                  <a:lnTo>
                    <a:pt x="640" y="229"/>
                  </a:lnTo>
                  <a:close/>
                  <a:moveTo>
                    <a:pt x="413" y="3"/>
                  </a:moveTo>
                  <a:lnTo>
                    <a:pt x="521" y="3"/>
                  </a:lnTo>
                  <a:lnTo>
                    <a:pt x="521" y="143"/>
                  </a:lnTo>
                  <a:lnTo>
                    <a:pt x="566" y="117"/>
                  </a:lnTo>
                  <a:lnTo>
                    <a:pt x="607" y="93"/>
                  </a:lnTo>
                  <a:lnTo>
                    <a:pt x="643" y="74"/>
                  </a:lnTo>
                  <a:lnTo>
                    <a:pt x="677" y="57"/>
                  </a:lnTo>
                  <a:lnTo>
                    <a:pt x="707" y="44"/>
                  </a:lnTo>
                  <a:lnTo>
                    <a:pt x="735" y="33"/>
                  </a:lnTo>
                  <a:lnTo>
                    <a:pt x="761" y="24"/>
                  </a:lnTo>
                  <a:lnTo>
                    <a:pt x="785" y="18"/>
                  </a:lnTo>
                  <a:lnTo>
                    <a:pt x="809" y="13"/>
                  </a:lnTo>
                  <a:lnTo>
                    <a:pt x="831" y="10"/>
                  </a:lnTo>
                  <a:lnTo>
                    <a:pt x="855" y="9"/>
                  </a:lnTo>
                  <a:lnTo>
                    <a:pt x="879" y="8"/>
                  </a:lnTo>
                  <a:lnTo>
                    <a:pt x="931" y="12"/>
                  </a:lnTo>
                  <a:lnTo>
                    <a:pt x="980" y="23"/>
                  </a:lnTo>
                  <a:lnTo>
                    <a:pt x="1026" y="40"/>
                  </a:lnTo>
                  <a:lnTo>
                    <a:pt x="1070" y="64"/>
                  </a:lnTo>
                  <a:lnTo>
                    <a:pt x="1110" y="94"/>
                  </a:lnTo>
                  <a:lnTo>
                    <a:pt x="1148" y="130"/>
                  </a:lnTo>
                  <a:lnTo>
                    <a:pt x="1180" y="172"/>
                  </a:lnTo>
                  <a:lnTo>
                    <a:pt x="1209" y="218"/>
                  </a:lnTo>
                  <a:lnTo>
                    <a:pt x="1233" y="268"/>
                  </a:lnTo>
                  <a:lnTo>
                    <a:pt x="1252" y="324"/>
                  </a:lnTo>
                  <a:lnTo>
                    <a:pt x="1265" y="383"/>
                  </a:lnTo>
                  <a:lnTo>
                    <a:pt x="1274" y="446"/>
                  </a:lnTo>
                  <a:lnTo>
                    <a:pt x="1278" y="512"/>
                  </a:lnTo>
                  <a:lnTo>
                    <a:pt x="1274" y="578"/>
                  </a:lnTo>
                  <a:lnTo>
                    <a:pt x="1265" y="641"/>
                  </a:lnTo>
                  <a:lnTo>
                    <a:pt x="1252" y="701"/>
                  </a:lnTo>
                  <a:lnTo>
                    <a:pt x="1232" y="756"/>
                  </a:lnTo>
                  <a:lnTo>
                    <a:pt x="1205" y="809"/>
                  </a:lnTo>
                  <a:lnTo>
                    <a:pt x="1175" y="857"/>
                  </a:lnTo>
                  <a:lnTo>
                    <a:pt x="1140" y="901"/>
                  </a:lnTo>
                  <a:lnTo>
                    <a:pt x="1099" y="941"/>
                  </a:lnTo>
                  <a:lnTo>
                    <a:pt x="1054" y="976"/>
                  </a:lnTo>
                  <a:lnTo>
                    <a:pt x="1005" y="1006"/>
                  </a:lnTo>
                  <a:lnTo>
                    <a:pt x="951" y="1031"/>
                  </a:lnTo>
                  <a:lnTo>
                    <a:pt x="894" y="1051"/>
                  </a:lnTo>
                  <a:lnTo>
                    <a:pt x="831" y="1065"/>
                  </a:lnTo>
                  <a:lnTo>
                    <a:pt x="766" y="1074"/>
                  </a:lnTo>
                  <a:lnTo>
                    <a:pt x="696" y="1078"/>
                  </a:lnTo>
                  <a:lnTo>
                    <a:pt x="670" y="1078"/>
                  </a:lnTo>
                  <a:lnTo>
                    <a:pt x="637" y="1076"/>
                  </a:lnTo>
                  <a:lnTo>
                    <a:pt x="601" y="1074"/>
                  </a:lnTo>
                  <a:lnTo>
                    <a:pt x="561" y="1071"/>
                  </a:lnTo>
                  <a:lnTo>
                    <a:pt x="521" y="1068"/>
                  </a:lnTo>
                  <a:lnTo>
                    <a:pt x="521" y="1408"/>
                  </a:lnTo>
                  <a:lnTo>
                    <a:pt x="692" y="1447"/>
                  </a:lnTo>
                  <a:lnTo>
                    <a:pt x="692" y="1544"/>
                  </a:lnTo>
                  <a:lnTo>
                    <a:pt x="18" y="1544"/>
                  </a:lnTo>
                  <a:lnTo>
                    <a:pt x="18" y="1447"/>
                  </a:lnTo>
                  <a:lnTo>
                    <a:pt x="171" y="1408"/>
                  </a:lnTo>
                  <a:lnTo>
                    <a:pt x="171" y="229"/>
                  </a:lnTo>
                  <a:lnTo>
                    <a:pt x="0" y="229"/>
                  </a:lnTo>
                  <a:lnTo>
                    <a:pt x="0" y="128"/>
                  </a:lnTo>
                  <a:lnTo>
                    <a:pt x="413" y="3"/>
                  </a:lnTo>
                  <a:close/>
                  <a:moveTo>
                    <a:pt x="3711" y="0"/>
                  </a:moveTo>
                  <a:lnTo>
                    <a:pt x="3770" y="3"/>
                  </a:lnTo>
                  <a:lnTo>
                    <a:pt x="3825" y="9"/>
                  </a:lnTo>
                  <a:lnTo>
                    <a:pt x="3876" y="20"/>
                  </a:lnTo>
                  <a:lnTo>
                    <a:pt x="3923" y="34"/>
                  </a:lnTo>
                  <a:lnTo>
                    <a:pt x="3965" y="53"/>
                  </a:lnTo>
                  <a:lnTo>
                    <a:pt x="4004" y="75"/>
                  </a:lnTo>
                  <a:lnTo>
                    <a:pt x="4036" y="100"/>
                  </a:lnTo>
                  <a:lnTo>
                    <a:pt x="4064" y="129"/>
                  </a:lnTo>
                  <a:lnTo>
                    <a:pt x="4086" y="160"/>
                  </a:lnTo>
                  <a:lnTo>
                    <a:pt x="4103" y="194"/>
                  </a:lnTo>
                  <a:lnTo>
                    <a:pt x="4113" y="232"/>
                  </a:lnTo>
                  <a:lnTo>
                    <a:pt x="4117" y="271"/>
                  </a:lnTo>
                  <a:lnTo>
                    <a:pt x="4114" y="304"/>
                  </a:lnTo>
                  <a:lnTo>
                    <a:pt x="4105" y="334"/>
                  </a:lnTo>
                  <a:lnTo>
                    <a:pt x="4091" y="362"/>
                  </a:lnTo>
                  <a:lnTo>
                    <a:pt x="4074" y="387"/>
                  </a:lnTo>
                  <a:lnTo>
                    <a:pt x="4051" y="407"/>
                  </a:lnTo>
                  <a:lnTo>
                    <a:pt x="4025" y="423"/>
                  </a:lnTo>
                  <a:lnTo>
                    <a:pt x="3995" y="436"/>
                  </a:lnTo>
                  <a:lnTo>
                    <a:pt x="3961" y="443"/>
                  </a:lnTo>
                  <a:lnTo>
                    <a:pt x="3925" y="446"/>
                  </a:lnTo>
                  <a:lnTo>
                    <a:pt x="3891" y="444"/>
                  </a:lnTo>
                  <a:lnTo>
                    <a:pt x="3859" y="438"/>
                  </a:lnTo>
                  <a:lnTo>
                    <a:pt x="3826" y="428"/>
                  </a:lnTo>
                  <a:lnTo>
                    <a:pt x="3792" y="413"/>
                  </a:lnTo>
                  <a:lnTo>
                    <a:pt x="3757" y="394"/>
                  </a:lnTo>
                  <a:lnTo>
                    <a:pt x="3757" y="114"/>
                  </a:lnTo>
                  <a:lnTo>
                    <a:pt x="3711" y="125"/>
                  </a:lnTo>
                  <a:lnTo>
                    <a:pt x="3668" y="140"/>
                  </a:lnTo>
                  <a:lnTo>
                    <a:pt x="3631" y="162"/>
                  </a:lnTo>
                  <a:lnTo>
                    <a:pt x="3597" y="187"/>
                  </a:lnTo>
                  <a:lnTo>
                    <a:pt x="3568" y="218"/>
                  </a:lnTo>
                  <a:lnTo>
                    <a:pt x="3543" y="253"/>
                  </a:lnTo>
                  <a:lnTo>
                    <a:pt x="3523" y="294"/>
                  </a:lnTo>
                  <a:lnTo>
                    <a:pt x="3508" y="339"/>
                  </a:lnTo>
                  <a:lnTo>
                    <a:pt x="3497" y="391"/>
                  </a:lnTo>
                  <a:lnTo>
                    <a:pt x="3489" y="447"/>
                  </a:lnTo>
                  <a:lnTo>
                    <a:pt x="3487" y="507"/>
                  </a:lnTo>
                  <a:lnTo>
                    <a:pt x="3489" y="565"/>
                  </a:lnTo>
                  <a:lnTo>
                    <a:pt x="3497" y="617"/>
                  </a:lnTo>
                  <a:lnTo>
                    <a:pt x="3509" y="667"/>
                  </a:lnTo>
                  <a:lnTo>
                    <a:pt x="3526" y="712"/>
                  </a:lnTo>
                  <a:lnTo>
                    <a:pt x="3547" y="753"/>
                  </a:lnTo>
                  <a:lnTo>
                    <a:pt x="3571" y="790"/>
                  </a:lnTo>
                  <a:lnTo>
                    <a:pt x="3600" y="821"/>
                  </a:lnTo>
                  <a:lnTo>
                    <a:pt x="3632" y="847"/>
                  </a:lnTo>
                  <a:lnTo>
                    <a:pt x="3668" y="869"/>
                  </a:lnTo>
                  <a:lnTo>
                    <a:pt x="3707" y="885"/>
                  </a:lnTo>
                  <a:lnTo>
                    <a:pt x="3750" y="894"/>
                  </a:lnTo>
                  <a:lnTo>
                    <a:pt x="3795" y="897"/>
                  </a:lnTo>
                  <a:lnTo>
                    <a:pt x="3821" y="896"/>
                  </a:lnTo>
                  <a:lnTo>
                    <a:pt x="3847" y="894"/>
                  </a:lnTo>
                  <a:lnTo>
                    <a:pt x="3874" y="889"/>
                  </a:lnTo>
                  <a:lnTo>
                    <a:pt x="3901" y="881"/>
                  </a:lnTo>
                  <a:lnTo>
                    <a:pt x="3931" y="872"/>
                  </a:lnTo>
                  <a:lnTo>
                    <a:pt x="3964" y="861"/>
                  </a:lnTo>
                  <a:lnTo>
                    <a:pt x="3999" y="846"/>
                  </a:lnTo>
                  <a:lnTo>
                    <a:pt x="4036" y="830"/>
                  </a:lnTo>
                  <a:lnTo>
                    <a:pt x="4079" y="810"/>
                  </a:lnTo>
                  <a:lnTo>
                    <a:pt x="4127" y="787"/>
                  </a:lnTo>
                  <a:lnTo>
                    <a:pt x="4127" y="976"/>
                  </a:lnTo>
                  <a:lnTo>
                    <a:pt x="4069" y="1001"/>
                  </a:lnTo>
                  <a:lnTo>
                    <a:pt x="4016" y="1024"/>
                  </a:lnTo>
                  <a:lnTo>
                    <a:pt x="3966" y="1041"/>
                  </a:lnTo>
                  <a:lnTo>
                    <a:pt x="3919" y="1058"/>
                  </a:lnTo>
                  <a:lnTo>
                    <a:pt x="3874" y="1070"/>
                  </a:lnTo>
                  <a:lnTo>
                    <a:pt x="3830" y="1080"/>
                  </a:lnTo>
                  <a:lnTo>
                    <a:pt x="3786" y="1086"/>
                  </a:lnTo>
                  <a:lnTo>
                    <a:pt x="3742" y="1091"/>
                  </a:lnTo>
                  <a:lnTo>
                    <a:pt x="3697" y="1094"/>
                  </a:lnTo>
                  <a:lnTo>
                    <a:pt x="3651" y="1095"/>
                  </a:lnTo>
                  <a:lnTo>
                    <a:pt x="3588" y="1093"/>
                  </a:lnTo>
                  <a:lnTo>
                    <a:pt x="3530" y="1086"/>
                  </a:lnTo>
                  <a:lnTo>
                    <a:pt x="3476" y="1075"/>
                  </a:lnTo>
                  <a:lnTo>
                    <a:pt x="3426" y="1060"/>
                  </a:lnTo>
                  <a:lnTo>
                    <a:pt x="3378" y="1039"/>
                  </a:lnTo>
                  <a:lnTo>
                    <a:pt x="3334" y="1014"/>
                  </a:lnTo>
                  <a:lnTo>
                    <a:pt x="3294" y="984"/>
                  </a:lnTo>
                  <a:lnTo>
                    <a:pt x="3255" y="947"/>
                  </a:lnTo>
                  <a:lnTo>
                    <a:pt x="3219" y="907"/>
                  </a:lnTo>
                  <a:lnTo>
                    <a:pt x="3188" y="865"/>
                  </a:lnTo>
                  <a:lnTo>
                    <a:pt x="3162" y="820"/>
                  </a:lnTo>
                  <a:lnTo>
                    <a:pt x="3140" y="772"/>
                  </a:lnTo>
                  <a:lnTo>
                    <a:pt x="3124" y="722"/>
                  </a:lnTo>
                  <a:lnTo>
                    <a:pt x="3111" y="670"/>
                  </a:lnTo>
                  <a:lnTo>
                    <a:pt x="3104" y="616"/>
                  </a:lnTo>
                  <a:lnTo>
                    <a:pt x="3101" y="561"/>
                  </a:lnTo>
                  <a:lnTo>
                    <a:pt x="3105" y="494"/>
                  </a:lnTo>
                  <a:lnTo>
                    <a:pt x="3115" y="433"/>
                  </a:lnTo>
                  <a:lnTo>
                    <a:pt x="3130" y="373"/>
                  </a:lnTo>
                  <a:lnTo>
                    <a:pt x="3153" y="318"/>
                  </a:lnTo>
                  <a:lnTo>
                    <a:pt x="3179" y="267"/>
                  </a:lnTo>
                  <a:lnTo>
                    <a:pt x="3213" y="219"/>
                  </a:lnTo>
                  <a:lnTo>
                    <a:pt x="3250" y="175"/>
                  </a:lnTo>
                  <a:lnTo>
                    <a:pt x="3293" y="135"/>
                  </a:lnTo>
                  <a:lnTo>
                    <a:pt x="3341" y="102"/>
                  </a:lnTo>
                  <a:lnTo>
                    <a:pt x="3392" y="72"/>
                  </a:lnTo>
                  <a:lnTo>
                    <a:pt x="3448" y="47"/>
                  </a:lnTo>
                  <a:lnTo>
                    <a:pt x="3508" y="27"/>
                  </a:lnTo>
                  <a:lnTo>
                    <a:pt x="3573" y="12"/>
                  </a:lnTo>
                  <a:lnTo>
                    <a:pt x="3640" y="3"/>
                  </a:lnTo>
                  <a:lnTo>
                    <a:pt x="3711" y="0"/>
                  </a:lnTo>
                  <a:close/>
                  <a:moveTo>
                    <a:pt x="2910" y="0"/>
                  </a:moveTo>
                  <a:lnTo>
                    <a:pt x="2948" y="4"/>
                  </a:lnTo>
                  <a:lnTo>
                    <a:pt x="2983" y="14"/>
                  </a:lnTo>
                  <a:lnTo>
                    <a:pt x="3014" y="30"/>
                  </a:lnTo>
                  <a:lnTo>
                    <a:pt x="3040" y="52"/>
                  </a:lnTo>
                  <a:lnTo>
                    <a:pt x="3063" y="78"/>
                  </a:lnTo>
                  <a:lnTo>
                    <a:pt x="3079" y="109"/>
                  </a:lnTo>
                  <a:lnTo>
                    <a:pt x="3089" y="142"/>
                  </a:lnTo>
                  <a:lnTo>
                    <a:pt x="3093" y="178"/>
                  </a:lnTo>
                  <a:lnTo>
                    <a:pt x="3091" y="203"/>
                  </a:lnTo>
                  <a:lnTo>
                    <a:pt x="3088" y="227"/>
                  </a:lnTo>
                  <a:lnTo>
                    <a:pt x="3081" y="252"/>
                  </a:lnTo>
                  <a:lnTo>
                    <a:pt x="3071" y="277"/>
                  </a:lnTo>
                  <a:lnTo>
                    <a:pt x="3060" y="303"/>
                  </a:lnTo>
                  <a:lnTo>
                    <a:pt x="3044" y="331"/>
                  </a:lnTo>
                  <a:lnTo>
                    <a:pt x="3025" y="361"/>
                  </a:lnTo>
                  <a:lnTo>
                    <a:pt x="3004" y="393"/>
                  </a:lnTo>
                  <a:lnTo>
                    <a:pt x="2978" y="429"/>
                  </a:lnTo>
                  <a:lnTo>
                    <a:pt x="2948" y="468"/>
                  </a:lnTo>
                  <a:lnTo>
                    <a:pt x="2914" y="512"/>
                  </a:lnTo>
                  <a:lnTo>
                    <a:pt x="2876" y="561"/>
                  </a:lnTo>
                  <a:lnTo>
                    <a:pt x="2472" y="1078"/>
                  </a:lnTo>
                  <a:lnTo>
                    <a:pt x="2182" y="1078"/>
                  </a:lnTo>
                  <a:lnTo>
                    <a:pt x="2182" y="424"/>
                  </a:lnTo>
                  <a:lnTo>
                    <a:pt x="1784" y="1078"/>
                  </a:lnTo>
                  <a:lnTo>
                    <a:pt x="1518" y="1078"/>
                  </a:lnTo>
                  <a:lnTo>
                    <a:pt x="1518" y="234"/>
                  </a:lnTo>
                  <a:lnTo>
                    <a:pt x="1313" y="214"/>
                  </a:lnTo>
                  <a:lnTo>
                    <a:pt x="1313" y="118"/>
                  </a:lnTo>
                  <a:lnTo>
                    <a:pt x="1690" y="25"/>
                  </a:lnTo>
                  <a:lnTo>
                    <a:pt x="1832" y="25"/>
                  </a:lnTo>
                  <a:lnTo>
                    <a:pt x="1832" y="713"/>
                  </a:lnTo>
                  <a:lnTo>
                    <a:pt x="2247" y="25"/>
                  </a:lnTo>
                  <a:lnTo>
                    <a:pt x="2497" y="25"/>
                  </a:lnTo>
                  <a:lnTo>
                    <a:pt x="2497" y="822"/>
                  </a:lnTo>
                  <a:lnTo>
                    <a:pt x="2759" y="473"/>
                  </a:lnTo>
                  <a:lnTo>
                    <a:pt x="2759" y="62"/>
                  </a:lnTo>
                  <a:lnTo>
                    <a:pt x="2779" y="44"/>
                  </a:lnTo>
                  <a:lnTo>
                    <a:pt x="2806" y="27"/>
                  </a:lnTo>
                  <a:lnTo>
                    <a:pt x="2837" y="13"/>
                  </a:lnTo>
                  <a:lnTo>
                    <a:pt x="2872" y="4"/>
                  </a:ln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: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1"/>
          <p:cNvGrpSpPr/>
          <p:nvPr userDrawn="1"/>
        </p:nvGrpSpPr>
        <p:grpSpPr>
          <a:xfrm>
            <a:off x="1752601" y="1"/>
            <a:ext cx="7391400" cy="6176009"/>
            <a:chOff x="1752601" y="1"/>
            <a:chExt cx="7391400" cy="6176009"/>
          </a:xfrm>
        </p:grpSpPr>
        <p:sp>
          <p:nvSpPr>
            <p:cNvPr id="28" name="Rectangle 17"/>
            <p:cNvSpPr>
              <a:spLocks noChangeArrowheads="1"/>
            </p:cNvSpPr>
            <p:nvPr/>
          </p:nvSpPr>
          <p:spPr bwMode="gray">
            <a:xfrm>
              <a:off x="1752601" y="4195630"/>
              <a:ext cx="2286000" cy="1980380"/>
            </a:xfrm>
            <a:prstGeom prst="rect">
              <a:avLst/>
            </a:prstGeom>
            <a:solidFill>
              <a:srgbClr val="9A170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29" name="Rectangle 7"/>
            <p:cNvSpPr>
              <a:spLocks noChangeArrowheads="1"/>
            </p:cNvSpPr>
            <p:nvPr/>
          </p:nvSpPr>
          <p:spPr bwMode="gray">
            <a:xfrm>
              <a:off x="8229600" y="4038312"/>
              <a:ext cx="914401" cy="2137697"/>
            </a:xfrm>
            <a:prstGeom prst="rect">
              <a:avLst/>
            </a:prstGeom>
            <a:solidFill>
              <a:srgbClr val="F3BE2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30" name="Rectangle 8"/>
            <p:cNvSpPr>
              <a:spLocks noChangeArrowheads="1"/>
            </p:cNvSpPr>
            <p:nvPr/>
          </p:nvSpPr>
          <p:spPr bwMode="gray">
            <a:xfrm>
              <a:off x="7620001" y="2899976"/>
              <a:ext cx="729522" cy="1295653"/>
            </a:xfrm>
            <a:prstGeom prst="rect">
              <a:avLst/>
            </a:prstGeom>
            <a:solidFill>
              <a:srgbClr val="F3BC87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31" name="Rectangle 9"/>
            <p:cNvSpPr>
              <a:spLocks noChangeArrowheads="1"/>
            </p:cNvSpPr>
            <p:nvPr/>
          </p:nvSpPr>
          <p:spPr bwMode="gray">
            <a:xfrm>
              <a:off x="7620001" y="4038312"/>
              <a:ext cx="729521" cy="2137697"/>
            </a:xfrm>
            <a:prstGeom prst="rect">
              <a:avLst/>
            </a:prstGeom>
            <a:solidFill>
              <a:srgbClr val="E88C1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32" name="Rectangle 11"/>
            <p:cNvSpPr>
              <a:spLocks noChangeArrowheads="1"/>
            </p:cNvSpPr>
            <p:nvPr/>
          </p:nvSpPr>
          <p:spPr bwMode="gray">
            <a:xfrm>
              <a:off x="7239000" y="696094"/>
              <a:ext cx="473687" cy="2274966"/>
            </a:xfrm>
            <a:prstGeom prst="rect">
              <a:avLst/>
            </a:prstGeom>
            <a:solidFill>
              <a:srgbClr val="E669A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33" name="Rectangle 12"/>
            <p:cNvSpPr>
              <a:spLocks noChangeArrowheads="1"/>
            </p:cNvSpPr>
            <p:nvPr/>
          </p:nvSpPr>
          <p:spPr bwMode="gray">
            <a:xfrm>
              <a:off x="7239000" y="2899977"/>
              <a:ext cx="473687" cy="1295653"/>
            </a:xfrm>
            <a:prstGeom prst="rect">
              <a:avLst/>
            </a:prstGeom>
            <a:solidFill>
              <a:srgbClr val="DB4D5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40" name="Rectangle 13"/>
            <p:cNvSpPr>
              <a:spLocks noChangeArrowheads="1"/>
            </p:cNvSpPr>
            <p:nvPr/>
          </p:nvSpPr>
          <p:spPr bwMode="gray">
            <a:xfrm>
              <a:off x="7239000" y="4038312"/>
              <a:ext cx="473687" cy="2137697"/>
            </a:xfrm>
            <a:prstGeom prst="rect">
              <a:avLst/>
            </a:prstGeom>
            <a:solidFill>
              <a:srgbClr val="D13A0D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41" name="Rectangle 14"/>
            <p:cNvSpPr>
              <a:spLocks noChangeArrowheads="1"/>
            </p:cNvSpPr>
            <p:nvPr/>
          </p:nvSpPr>
          <p:spPr bwMode="gray">
            <a:xfrm>
              <a:off x="1752601" y="659475"/>
              <a:ext cx="5622752" cy="2311585"/>
            </a:xfrm>
            <a:prstGeom prst="rect">
              <a:avLst/>
            </a:prstGeom>
            <a:solidFill>
              <a:srgbClr val="D7402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42" name="Rectangle 15"/>
            <p:cNvSpPr>
              <a:spLocks noChangeArrowheads="1"/>
            </p:cNvSpPr>
            <p:nvPr/>
          </p:nvSpPr>
          <p:spPr bwMode="gray">
            <a:xfrm>
              <a:off x="1752601" y="2899977"/>
              <a:ext cx="5622752" cy="1295653"/>
            </a:xfrm>
            <a:prstGeom prst="rect">
              <a:avLst/>
            </a:prstGeom>
            <a:solidFill>
              <a:srgbClr val="CD2F1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43" name="Freeform 16"/>
            <p:cNvSpPr>
              <a:spLocks/>
            </p:cNvSpPr>
            <p:nvPr/>
          </p:nvSpPr>
          <p:spPr bwMode="gray">
            <a:xfrm>
              <a:off x="1752601" y="4038312"/>
              <a:ext cx="5622752" cy="213769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567" y="0"/>
                </a:cxn>
                <a:cxn ang="0">
                  <a:pos x="3567" y="1340"/>
                </a:cxn>
                <a:cxn ang="0">
                  <a:pos x="1372" y="1340"/>
                </a:cxn>
                <a:cxn ang="0">
                  <a:pos x="1372" y="181"/>
                </a:cxn>
                <a:cxn ang="0">
                  <a:pos x="0" y="181"/>
                </a:cxn>
                <a:cxn ang="0">
                  <a:pos x="0" y="0"/>
                </a:cxn>
              </a:cxnLst>
              <a:rect l="0" t="0" r="r" b="b"/>
              <a:pathLst>
                <a:path w="3567" h="1340">
                  <a:moveTo>
                    <a:pt x="0" y="0"/>
                  </a:moveTo>
                  <a:lnTo>
                    <a:pt x="3567" y="0"/>
                  </a:lnTo>
                  <a:lnTo>
                    <a:pt x="3567" y="1340"/>
                  </a:lnTo>
                  <a:lnTo>
                    <a:pt x="1372" y="1340"/>
                  </a:lnTo>
                  <a:lnTo>
                    <a:pt x="1372" y="181"/>
                  </a:lnTo>
                  <a:lnTo>
                    <a:pt x="0" y="1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230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44" name="Rectangle 10"/>
            <p:cNvSpPr>
              <a:spLocks noChangeArrowheads="1"/>
            </p:cNvSpPr>
            <p:nvPr/>
          </p:nvSpPr>
          <p:spPr bwMode="gray">
            <a:xfrm>
              <a:off x="1752601" y="1"/>
              <a:ext cx="5622752" cy="696094"/>
            </a:xfrm>
            <a:prstGeom prst="rect">
              <a:avLst/>
            </a:prstGeom>
            <a:solidFill>
              <a:srgbClr val="EE9C3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</p:grpSp>
      <p:sp>
        <p:nvSpPr>
          <p:cNvPr id="54" name="Title 1"/>
          <p:cNvSpPr>
            <a:spLocks noGrp="1"/>
          </p:cNvSpPr>
          <p:nvPr userDrawn="1">
            <p:ph type="ctrTitle" hasCustomPrompt="1"/>
          </p:nvPr>
        </p:nvSpPr>
        <p:spPr bwMode="white">
          <a:xfrm>
            <a:off x="1882775" y="786384"/>
            <a:ext cx="5356225" cy="914400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3200" b="1" i="1"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 smtClean="0"/>
              <a:t>Click to add the presentation’s main title</a:t>
            </a:r>
            <a:endParaRPr lang="en-GB" noProof="0" dirty="0"/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white">
          <a:xfrm>
            <a:off x="1882775" y="1828799"/>
            <a:ext cx="5356225" cy="914401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457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914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3716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5pPr>
            <a:lvl6pPr marL="18288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6pPr>
            <a:lvl7pPr marL="22860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7pPr>
            <a:lvl8pPr marL="2743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8pPr>
            <a:lvl9pPr marL="3200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 dirty="0" smtClean="0"/>
              <a:t>Subtitle and date (move higher if title is only one line)</a:t>
            </a:r>
          </a:p>
        </p:txBody>
      </p:sp>
      <p:sp>
        <p:nvSpPr>
          <p:cNvPr id="56" name="Text Placeholder 31"/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1895475" y="374904"/>
            <a:ext cx="4105656" cy="146304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 smtClean="0"/>
              <a:t>www.pwc.com</a:t>
            </a:r>
            <a:endParaRPr lang="en-GB" noProof="0"/>
          </a:p>
        </p:txBody>
      </p:sp>
      <p:sp>
        <p:nvSpPr>
          <p:cNvPr id="17" name="Picture Placeholder 76"/>
          <p:cNvSpPr>
            <a:spLocks noGrp="1"/>
          </p:cNvSpPr>
          <p:nvPr userDrawn="1">
            <p:ph type="pic" sz="quarter" idx="13"/>
          </p:nvPr>
        </p:nvSpPr>
        <p:spPr>
          <a:xfrm>
            <a:off x="1752600" y="2899977"/>
            <a:ext cx="6324600" cy="3272223"/>
          </a:xfrm>
        </p:spPr>
        <p:txBody>
          <a:bodyPr/>
          <a:lstStyle>
            <a:lvl1pPr>
              <a:defRPr sz="1400"/>
            </a:lvl1pPr>
          </a:lstStyle>
          <a:p>
            <a:r>
              <a:rPr lang="en-US" noProof="0" dirty="0" smtClean="0"/>
              <a:t>Click icon to add picture</a:t>
            </a:r>
            <a:endParaRPr lang="en-GB" noProof="0" dirty="0"/>
          </a:p>
        </p:txBody>
      </p:sp>
      <p:grpSp>
        <p:nvGrpSpPr>
          <p:cNvPr id="3" name="Group 22"/>
          <p:cNvGrpSpPr/>
          <p:nvPr userDrawn="1"/>
        </p:nvGrpSpPr>
        <p:grpSpPr>
          <a:xfrm>
            <a:off x="968592" y="6170991"/>
            <a:ext cx="914400" cy="533479"/>
            <a:chOff x="968592" y="6170991"/>
            <a:chExt cx="914400" cy="533479"/>
          </a:xfrm>
        </p:grpSpPr>
        <p:sp>
          <p:nvSpPr>
            <p:cNvPr id="19" name="Rectangle 37"/>
            <p:cNvSpPr>
              <a:spLocks noChangeArrowheads="1"/>
            </p:cNvSpPr>
            <p:nvPr userDrawn="1"/>
          </p:nvSpPr>
          <p:spPr bwMode="black">
            <a:xfrm>
              <a:off x="1524116" y="6170991"/>
              <a:ext cx="228600" cy="52646"/>
            </a:xfrm>
            <a:prstGeom prst="rect">
              <a:avLst/>
            </a:prstGeom>
            <a:solidFill>
              <a:srgbClr val="A10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21" name="Freeform 7"/>
            <p:cNvSpPr>
              <a:spLocks noEditPoints="1"/>
            </p:cNvSpPr>
            <p:nvPr userDrawn="1"/>
          </p:nvSpPr>
          <p:spPr bwMode="black">
            <a:xfrm>
              <a:off x="968592" y="6359814"/>
              <a:ext cx="914400" cy="344656"/>
            </a:xfrm>
            <a:custGeom>
              <a:avLst/>
              <a:gdLst/>
              <a:ahLst/>
              <a:cxnLst>
                <a:cxn ang="0">
                  <a:pos x="581" y="233"/>
                </a:cxn>
                <a:cxn ang="0">
                  <a:pos x="538" y="949"/>
                </a:cxn>
                <a:cxn ang="0">
                  <a:pos x="630" y="946"/>
                </a:cxn>
                <a:cxn ang="0">
                  <a:pos x="793" y="880"/>
                </a:cxn>
                <a:cxn ang="0">
                  <a:pos x="886" y="728"/>
                </a:cxn>
                <a:cxn ang="0">
                  <a:pos x="905" y="505"/>
                </a:cxn>
                <a:cxn ang="0">
                  <a:pos x="850" y="329"/>
                </a:cxn>
                <a:cxn ang="0">
                  <a:pos x="727" y="241"/>
                </a:cxn>
                <a:cxn ang="0">
                  <a:pos x="521" y="3"/>
                </a:cxn>
                <a:cxn ang="0">
                  <a:pos x="643" y="74"/>
                </a:cxn>
                <a:cxn ang="0">
                  <a:pos x="761" y="24"/>
                </a:cxn>
                <a:cxn ang="0">
                  <a:pos x="855" y="9"/>
                </a:cxn>
                <a:cxn ang="0">
                  <a:pos x="1026" y="40"/>
                </a:cxn>
                <a:cxn ang="0">
                  <a:pos x="1180" y="172"/>
                </a:cxn>
                <a:cxn ang="0">
                  <a:pos x="1265" y="383"/>
                </a:cxn>
                <a:cxn ang="0">
                  <a:pos x="1265" y="641"/>
                </a:cxn>
                <a:cxn ang="0">
                  <a:pos x="1175" y="857"/>
                </a:cxn>
                <a:cxn ang="0">
                  <a:pos x="1005" y="1006"/>
                </a:cxn>
                <a:cxn ang="0">
                  <a:pos x="766" y="1074"/>
                </a:cxn>
                <a:cxn ang="0">
                  <a:pos x="601" y="1074"/>
                </a:cxn>
                <a:cxn ang="0">
                  <a:pos x="692" y="1447"/>
                </a:cxn>
                <a:cxn ang="0">
                  <a:pos x="171" y="1408"/>
                </a:cxn>
                <a:cxn ang="0">
                  <a:pos x="413" y="3"/>
                </a:cxn>
                <a:cxn ang="0">
                  <a:pos x="3876" y="20"/>
                </a:cxn>
                <a:cxn ang="0">
                  <a:pos x="4036" y="100"/>
                </a:cxn>
                <a:cxn ang="0">
                  <a:pos x="4113" y="232"/>
                </a:cxn>
                <a:cxn ang="0">
                  <a:pos x="4091" y="362"/>
                </a:cxn>
                <a:cxn ang="0">
                  <a:pos x="3995" y="436"/>
                </a:cxn>
                <a:cxn ang="0">
                  <a:pos x="3859" y="438"/>
                </a:cxn>
                <a:cxn ang="0">
                  <a:pos x="3757" y="114"/>
                </a:cxn>
                <a:cxn ang="0">
                  <a:pos x="3597" y="187"/>
                </a:cxn>
                <a:cxn ang="0">
                  <a:pos x="3508" y="339"/>
                </a:cxn>
                <a:cxn ang="0">
                  <a:pos x="3489" y="565"/>
                </a:cxn>
                <a:cxn ang="0">
                  <a:pos x="3547" y="753"/>
                </a:cxn>
                <a:cxn ang="0">
                  <a:pos x="3668" y="869"/>
                </a:cxn>
                <a:cxn ang="0">
                  <a:pos x="3821" y="896"/>
                </a:cxn>
                <a:cxn ang="0">
                  <a:pos x="3931" y="872"/>
                </a:cxn>
                <a:cxn ang="0">
                  <a:pos x="4079" y="810"/>
                </a:cxn>
                <a:cxn ang="0">
                  <a:pos x="4016" y="1024"/>
                </a:cxn>
                <a:cxn ang="0">
                  <a:pos x="3830" y="1080"/>
                </a:cxn>
                <a:cxn ang="0">
                  <a:pos x="3651" y="1095"/>
                </a:cxn>
                <a:cxn ang="0">
                  <a:pos x="3426" y="1060"/>
                </a:cxn>
                <a:cxn ang="0">
                  <a:pos x="3255" y="947"/>
                </a:cxn>
                <a:cxn ang="0">
                  <a:pos x="3140" y="772"/>
                </a:cxn>
                <a:cxn ang="0">
                  <a:pos x="3101" y="561"/>
                </a:cxn>
                <a:cxn ang="0">
                  <a:pos x="3153" y="318"/>
                </a:cxn>
                <a:cxn ang="0">
                  <a:pos x="3293" y="135"/>
                </a:cxn>
                <a:cxn ang="0">
                  <a:pos x="3508" y="27"/>
                </a:cxn>
                <a:cxn ang="0">
                  <a:pos x="2910" y="0"/>
                </a:cxn>
                <a:cxn ang="0">
                  <a:pos x="3040" y="52"/>
                </a:cxn>
                <a:cxn ang="0">
                  <a:pos x="3093" y="178"/>
                </a:cxn>
                <a:cxn ang="0">
                  <a:pos x="3071" y="277"/>
                </a:cxn>
                <a:cxn ang="0">
                  <a:pos x="3004" y="393"/>
                </a:cxn>
                <a:cxn ang="0">
                  <a:pos x="2876" y="561"/>
                </a:cxn>
                <a:cxn ang="0">
                  <a:pos x="1784" y="1078"/>
                </a:cxn>
                <a:cxn ang="0">
                  <a:pos x="1313" y="118"/>
                </a:cxn>
                <a:cxn ang="0">
                  <a:pos x="2247" y="25"/>
                </a:cxn>
                <a:cxn ang="0">
                  <a:pos x="2759" y="62"/>
                </a:cxn>
                <a:cxn ang="0">
                  <a:pos x="2872" y="4"/>
                </a:cxn>
              </a:cxnLst>
              <a:rect l="0" t="0" r="r" b="b"/>
              <a:pathLst>
                <a:path w="4127" h="1544">
                  <a:moveTo>
                    <a:pt x="640" y="229"/>
                  </a:moveTo>
                  <a:lnTo>
                    <a:pt x="622" y="229"/>
                  </a:lnTo>
                  <a:lnTo>
                    <a:pt x="603" y="230"/>
                  </a:lnTo>
                  <a:lnTo>
                    <a:pt x="581" y="233"/>
                  </a:lnTo>
                  <a:lnTo>
                    <a:pt x="553" y="235"/>
                  </a:lnTo>
                  <a:lnTo>
                    <a:pt x="521" y="241"/>
                  </a:lnTo>
                  <a:lnTo>
                    <a:pt x="521" y="947"/>
                  </a:lnTo>
                  <a:lnTo>
                    <a:pt x="538" y="949"/>
                  </a:lnTo>
                  <a:lnTo>
                    <a:pt x="553" y="949"/>
                  </a:lnTo>
                  <a:lnTo>
                    <a:pt x="566" y="949"/>
                  </a:lnTo>
                  <a:lnTo>
                    <a:pt x="578" y="949"/>
                  </a:lnTo>
                  <a:lnTo>
                    <a:pt x="630" y="946"/>
                  </a:lnTo>
                  <a:lnTo>
                    <a:pt x="677" y="937"/>
                  </a:lnTo>
                  <a:lnTo>
                    <a:pt x="720" y="924"/>
                  </a:lnTo>
                  <a:lnTo>
                    <a:pt x="758" y="905"/>
                  </a:lnTo>
                  <a:lnTo>
                    <a:pt x="793" y="880"/>
                  </a:lnTo>
                  <a:lnTo>
                    <a:pt x="824" y="850"/>
                  </a:lnTo>
                  <a:lnTo>
                    <a:pt x="849" y="815"/>
                  </a:lnTo>
                  <a:lnTo>
                    <a:pt x="870" y="775"/>
                  </a:lnTo>
                  <a:lnTo>
                    <a:pt x="886" y="728"/>
                  </a:lnTo>
                  <a:lnTo>
                    <a:pt x="897" y="678"/>
                  </a:lnTo>
                  <a:lnTo>
                    <a:pt x="905" y="622"/>
                  </a:lnTo>
                  <a:lnTo>
                    <a:pt x="907" y="561"/>
                  </a:lnTo>
                  <a:lnTo>
                    <a:pt x="905" y="505"/>
                  </a:lnTo>
                  <a:lnTo>
                    <a:pt x="897" y="452"/>
                  </a:lnTo>
                  <a:lnTo>
                    <a:pt x="886" y="407"/>
                  </a:lnTo>
                  <a:lnTo>
                    <a:pt x="870" y="366"/>
                  </a:lnTo>
                  <a:lnTo>
                    <a:pt x="850" y="329"/>
                  </a:lnTo>
                  <a:lnTo>
                    <a:pt x="826" y="299"/>
                  </a:lnTo>
                  <a:lnTo>
                    <a:pt x="797" y="274"/>
                  </a:lnTo>
                  <a:lnTo>
                    <a:pt x="763" y="254"/>
                  </a:lnTo>
                  <a:lnTo>
                    <a:pt x="727" y="241"/>
                  </a:lnTo>
                  <a:lnTo>
                    <a:pt x="686" y="232"/>
                  </a:lnTo>
                  <a:lnTo>
                    <a:pt x="640" y="229"/>
                  </a:lnTo>
                  <a:close/>
                  <a:moveTo>
                    <a:pt x="413" y="3"/>
                  </a:moveTo>
                  <a:lnTo>
                    <a:pt x="521" y="3"/>
                  </a:lnTo>
                  <a:lnTo>
                    <a:pt x="521" y="143"/>
                  </a:lnTo>
                  <a:lnTo>
                    <a:pt x="566" y="117"/>
                  </a:lnTo>
                  <a:lnTo>
                    <a:pt x="607" y="93"/>
                  </a:lnTo>
                  <a:lnTo>
                    <a:pt x="643" y="74"/>
                  </a:lnTo>
                  <a:lnTo>
                    <a:pt x="677" y="57"/>
                  </a:lnTo>
                  <a:lnTo>
                    <a:pt x="707" y="44"/>
                  </a:lnTo>
                  <a:lnTo>
                    <a:pt x="735" y="33"/>
                  </a:lnTo>
                  <a:lnTo>
                    <a:pt x="761" y="24"/>
                  </a:lnTo>
                  <a:lnTo>
                    <a:pt x="785" y="18"/>
                  </a:lnTo>
                  <a:lnTo>
                    <a:pt x="809" y="13"/>
                  </a:lnTo>
                  <a:lnTo>
                    <a:pt x="831" y="10"/>
                  </a:lnTo>
                  <a:lnTo>
                    <a:pt x="855" y="9"/>
                  </a:lnTo>
                  <a:lnTo>
                    <a:pt x="879" y="8"/>
                  </a:lnTo>
                  <a:lnTo>
                    <a:pt x="931" y="12"/>
                  </a:lnTo>
                  <a:lnTo>
                    <a:pt x="980" y="23"/>
                  </a:lnTo>
                  <a:lnTo>
                    <a:pt x="1026" y="40"/>
                  </a:lnTo>
                  <a:lnTo>
                    <a:pt x="1070" y="64"/>
                  </a:lnTo>
                  <a:lnTo>
                    <a:pt x="1110" y="94"/>
                  </a:lnTo>
                  <a:lnTo>
                    <a:pt x="1148" y="130"/>
                  </a:lnTo>
                  <a:lnTo>
                    <a:pt x="1180" y="172"/>
                  </a:lnTo>
                  <a:lnTo>
                    <a:pt x="1209" y="218"/>
                  </a:lnTo>
                  <a:lnTo>
                    <a:pt x="1233" y="268"/>
                  </a:lnTo>
                  <a:lnTo>
                    <a:pt x="1252" y="324"/>
                  </a:lnTo>
                  <a:lnTo>
                    <a:pt x="1265" y="383"/>
                  </a:lnTo>
                  <a:lnTo>
                    <a:pt x="1274" y="446"/>
                  </a:lnTo>
                  <a:lnTo>
                    <a:pt x="1278" y="512"/>
                  </a:lnTo>
                  <a:lnTo>
                    <a:pt x="1274" y="578"/>
                  </a:lnTo>
                  <a:lnTo>
                    <a:pt x="1265" y="641"/>
                  </a:lnTo>
                  <a:lnTo>
                    <a:pt x="1252" y="701"/>
                  </a:lnTo>
                  <a:lnTo>
                    <a:pt x="1232" y="756"/>
                  </a:lnTo>
                  <a:lnTo>
                    <a:pt x="1205" y="809"/>
                  </a:lnTo>
                  <a:lnTo>
                    <a:pt x="1175" y="857"/>
                  </a:lnTo>
                  <a:lnTo>
                    <a:pt x="1140" y="901"/>
                  </a:lnTo>
                  <a:lnTo>
                    <a:pt x="1099" y="941"/>
                  </a:lnTo>
                  <a:lnTo>
                    <a:pt x="1054" y="976"/>
                  </a:lnTo>
                  <a:lnTo>
                    <a:pt x="1005" y="1006"/>
                  </a:lnTo>
                  <a:lnTo>
                    <a:pt x="951" y="1031"/>
                  </a:lnTo>
                  <a:lnTo>
                    <a:pt x="894" y="1051"/>
                  </a:lnTo>
                  <a:lnTo>
                    <a:pt x="831" y="1065"/>
                  </a:lnTo>
                  <a:lnTo>
                    <a:pt x="766" y="1074"/>
                  </a:lnTo>
                  <a:lnTo>
                    <a:pt x="696" y="1078"/>
                  </a:lnTo>
                  <a:lnTo>
                    <a:pt x="670" y="1078"/>
                  </a:lnTo>
                  <a:lnTo>
                    <a:pt x="637" y="1076"/>
                  </a:lnTo>
                  <a:lnTo>
                    <a:pt x="601" y="1074"/>
                  </a:lnTo>
                  <a:lnTo>
                    <a:pt x="561" y="1071"/>
                  </a:lnTo>
                  <a:lnTo>
                    <a:pt x="521" y="1068"/>
                  </a:lnTo>
                  <a:lnTo>
                    <a:pt x="521" y="1408"/>
                  </a:lnTo>
                  <a:lnTo>
                    <a:pt x="692" y="1447"/>
                  </a:lnTo>
                  <a:lnTo>
                    <a:pt x="692" y="1544"/>
                  </a:lnTo>
                  <a:lnTo>
                    <a:pt x="18" y="1544"/>
                  </a:lnTo>
                  <a:lnTo>
                    <a:pt x="18" y="1447"/>
                  </a:lnTo>
                  <a:lnTo>
                    <a:pt x="171" y="1408"/>
                  </a:lnTo>
                  <a:lnTo>
                    <a:pt x="171" y="229"/>
                  </a:lnTo>
                  <a:lnTo>
                    <a:pt x="0" y="229"/>
                  </a:lnTo>
                  <a:lnTo>
                    <a:pt x="0" y="128"/>
                  </a:lnTo>
                  <a:lnTo>
                    <a:pt x="413" y="3"/>
                  </a:lnTo>
                  <a:close/>
                  <a:moveTo>
                    <a:pt x="3711" y="0"/>
                  </a:moveTo>
                  <a:lnTo>
                    <a:pt x="3770" y="3"/>
                  </a:lnTo>
                  <a:lnTo>
                    <a:pt x="3825" y="9"/>
                  </a:lnTo>
                  <a:lnTo>
                    <a:pt x="3876" y="20"/>
                  </a:lnTo>
                  <a:lnTo>
                    <a:pt x="3923" y="34"/>
                  </a:lnTo>
                  <a:lnTo>
                    <a:pt x="3965" y="53"/>
                  </a:lnTo>
                  <a:lnTo>
                    <a:pt x="4004" y="75"/>
                  </a:lnTo>
                  <a:lnTo>
                    <a:pt x="4036" y="100"/>
                  </a:lnTo>
                  <a:lnTo>
                    <a:pt x="4064" y="129"/>
                  </a:lnTo>
                  <a:lnTo>
                    <a:pt x="4086" y="160"/>
                  </a:lnTo>
                  <a:lnTo>
                    <a:pt x="4103" y="194"/>
                  </a:lnTo>
                  <a:lnTo>
                    <a:pt x="4113" y="232"/>
                  </a:lnTo>
                  <a:lnTo>
                    <a:pt x="4117" y="271"/>
                  </a:lnTo>
                  <a:lnTo>
                    <a:pt x="4114" y="304"/>
                  </a:lnTo>
                  <a:lnTo>
                    <a:pt x="4105" y="334"/>
                  </a:lnTo>
                  <a:lnTo>
                    <a:pt x="4091" y="362"/>
                  </a:lnTo>
                  <a:lnTo>
                    <a:pt x="4074" y="387"/>
                  </a:lnTo>
                  <a:lnTo>
                    <a:pt x="4051" y="407"/>
                  </a:lnTo>
                  <a:lnTo>
                    <a:pt x="4025" y="423"/>
                  </a:lnTo>
                  <a:lnTo>
                    <a:pt x="3995" y="436"/>
                  </a:lnTo>
                  <a:lnTo>
                    <a:pt x="3961" y="443"/>
                  </a:lnTo>
                  <a:lnTo>
                    <a:pt x="3925" y="446"/>
                  </a:lnTo>
                  <a:lnTo>
                    <a:pt x="3891" y="444"/>
                  </a:lnTo>
                  <a:lnTo>
                    <a:pt x="3859" y="438"/>
                  </a:lnTo>
                  <a:lnTo>
                    <a:pt x="3826" y="428"/>
                  </a:lnTo>
                  <a:lnTo>
                    <a:pt x="3792" y="413"/>
                  </a:lnTo>
                  <a:lnTo>
                    <a:pt x="3757" y="394"/>
                  </a:lnTo>
                  <a:lnTo>
                    <a:pt x="3757" y="114"/>
                  </a:lnTo>
                  <a:lnTo>
                    <a:pt x="3711" y="125"/>
                  </a:lnTo>
                  <a:lnTo>
                    <a:pt x="3668" y="140"/>
                  </a:lnTo>
                  <a:lnTo>
                    <a:pt x="3631" y="162"/>
                  </a:lnTo>
                  <a:lnTo>
                    <a:pt x="3597" y="187"/>
                  </a:lnTo>
                  <a:lnTo>
                    <a:pt x="3568" y="218"/>
                  </a:lnTo>
                  <a:lnTo>
                    <a:pt x="3543" y="253"/>
                  </a:lnTo>
                  <a:lnTo>
                    <a:pt x="3523" y="294"/>
                  </a:lnTo>
                  <a:lnTo>
                    <a:pt x="3508" y="339"/>
                  </a:lnTo>
                  <a:lnTo>
                    <a:pt x="3497" y="391"/>
                  </a:lnTo>
                  <a:lnTo>
                    <a:pt x="3489" y="447"/>
                  </a:lnTo>
                  <a:lnTo>
                    <a:pt x="3487" y="507"/>
                  </a:lnTo>
                  <a:lnTo>
                    <a:pt x="3489" y="565"/>
                  </a:lnTo>
                  <a:lnTo>
                    <a:pt x="3497" y="617"/>
                  </a:lnTo>
                  <a:lnTo>
                    <a:pt x="3509" y="667"/>
                  </a:lnTo>
                  <a:lnTo>
                    <a:pt x="3526" y="712"/>
                  </a:lnTo>
                  <a:lnTo>
                    <a:pt x="3547" y="753"/>
                  </a:lnTo>
                  <a:lnTo>
                    <a:pt x="3571" y="790"/>
                  </a:lnTo>
                  <a:lnTo>
                    <a:pt x="3600" y="821"/>
                  </a:lnTo>
                  <a:lnTo>
                    <a:pt x="3632" y="847"/>
                  </a:lnTo>
                  <a:lnTo>
                    <a:pt x="3668" y="869"/>
                  </a:lnTo>
                  <a:lnTo>
                    <a:pt x="3707" y="885"/>
                  </a:lnTo>
                  <a:lnTo>
                    <a:pt x="3750" y="894"/>
                  </a:lnTo>
                  <a:lnTo>
                    <a:pt x="3795" y="897"/>
                  </a:lnTo>
                  <a:lnTo>
                    <a:pt x="3821" y="896"/>
                  </a:lnTo>
                  <a:lnTo>
                    <a:pt x="3847" y="894"/>
                  </a:lnTo>
                  <a:lnTo>
                    <a:pt x="3874" y="889"/>
                  </a:lnTo>
                  <a:lnTo>
                    <a:pt x="3901" y="881"/>
                  </a:lnTo>
                  <a:lnTo>
                    <a:pt x="3931" y="872"/>
                  </a:lnTo>
                  <a:lnTo>
                    <a:pt x="3964" y="861"/>
                  </a:lnTo>
                  <a:lnTo>
                    <a:pt x="3999" y="846"/>
                  </a:lnTo>
                  <a:lnTo>
                    <a:pt x="4036" y="830"/>
                  </a:lnTo>
                  <a:lnTo>
                    <a:pt x="4079" y="810"/>
                  </a:lnTo>
                  <a:lnTo>
                    <a:pt x="4127" y="787"/>
                  </a:lnTo>
                  <a:lnTo>
                    <a:pt x="4127" y="976"/>
                  </a:lnTo>
                  <a:lnTo>
                    <a:pt x="4069" y="1001"/>
                  </a:lnTo>
                  <a:lnTo>
                    <a:pt x="4016" y="1024"/>
                  </a:lnTo>
                  <a:lnTo>
                    <a:pt x="3966" y="1041"/>
                  </a:lnTo>
                  <a:lnTo>
                    <a:pt x="3919" y="1058"/>
                  </a:lnTo>
                  <a:lnTo>
                    <a:pt x="3874" y="1070"/>
                  </a:lnTo>
                  <a:lnTo>
                    <a:pt x="3830" y="1080"/>
                  </a:lnTo>
                  <a:lnTo>
                    <a:pt x="3786" y="1086"/>
                  </a:lnTo>
                  <a:lnTo>
                    <a:pt x="3742" y="1091"/>
                  </a:lnTo>
                  <a:lnTo>
                    <a:pt x="3697" y="1094"/>
                  </a:lnTo>
                  <a:lnTo>
                    <a:pt x="3651" y="1095"/>
                  </a:lnTo>
                  <a:lnTo>
                    <a:pt x="3588" y="1093"/>
                  </a:lnTo>
                  <a:lnTo>
                    <a:pt x="3530" y="1086"/>
                  </a:lnTo>
                  <a:lnTo>
                    <a:pt x="3476" y="1075"/>
                  </a:lnTo>
                  <a:lnTo>
                    <a:pt x="3426" y="1060"/>
                  </a:lnTo>
                  <a:lnTo>
                    <a:pt x="3378" y="1039"/>
                  </a:lnTo>
                  <a:lnTo>
                    <a:pt x="3334" y="1014"/>
                  </a:lnTo>
                  <a:lnTo>
                    <a:pt x="3294" y="984"/>
                  </a:lnTo>
                  <a:lnTo>
                    <a:pt x="3255" y="947"/>
                  </a:lnTo>
                  <a:lnTo>
                    <a:pt x="3219" y="907"/>
                  </a:lnTo>
                  <a:lnTo>
                    <a:pt x="3188" y="865"/>
                  </a:lnTo>
                  <a:lnTo>
                    <a:pt x="3162" y="820"/>
                  </a:lnTo>
                  <a:lnTo>
                    <a:pt x="3140" y="772"/>
                  </a:lnTo>
                  <a:lnTo>
                    <a:pt x="3124" y="722"/>
                  </a:lnTo>
                  <a:lnTo>
                    <a:pt x="3111" y="670"/>
                  </a:lnTo>
                  <a:lnTo>
                    <a:pt x="3104" y="616"/>
                  </a:lnTo>
                  <a:lnTo>
                    <a:pt x="3101" y="561"/>
                  </a:lnTo>
                  <a:lnTo>
                    <a:pt x="3105" y="494"/>
                  </a:lnTo>
                  <a:lnTo>
                    <a:pt x="3115" y="433"/>
                  </a:lnTo>
                  <a:lnTo>
                    <a:pt x="3130" y="373"/>
                  </a:lnTo>
                  <a:lnTo>
                    <a:pt x="3153" y="318"/>
                  </a:lnTo>
                  <a:lnTo>
                    <a:pt x="3179" y="267"/>
                  </a:lnTo>
                  <a:lnTo>
                    <a:pt x="3213" y="219"/>
                  </a:lnTo>
                  <a:lnTo>
                    <a:pt x="3250" y="175"/>
                  </a:lnTo>
                  <a:lnTo>
                    <a:pt x="3293" y="135"/>
                  </a:lnTo>
                  <a:lnTo>
                    <a:pt x="3341" y="102"/>
                  </a:lnTo>
                  <a:lnTo>
                    <a:pt x="3392" y="72"/>
                  </a:lnTo>
                  <a:lnTo>
                    <a:pt x="3448" y="47"/>
                  </a:lnTo>
                  <a:lnTo>
                    <a:pt x="3508" y="27"/>
                  </a:lnTo>
                  <a:lnTo>
                    <a:pt x="3573" y="12"/>
                  </a:lnTo>
                  <a:lnTo>
                    <a:pt x="3640" y="3"/>
                  </a:lnTo>
                  <a:lnTo>
                    <a:pt x="3711" y="0"/>
                  </a:lnTo>
                  <a:close/>
                  <a:moveTo>
                    <a:pt x="2910" y="0"/>
                  </a:moveTo>
                  <a:lnTo>
                    <a:pt x="2948" y="4"/>
                  </a:lnTo>
                  <a:lnTo>
                    <a:pt x="2983" y="14"/>
                  </a:lnTo>
                  <a:lnTo>
                    <a:pt x="3014" y="30"/>
                  </a:lnTo>
                  <a:lnTo>
                    <a:pt x="3040" y="52"/>
                  </a:lnTo>
                  <a:lnTo>
                    <a:pt x="3063" y="78"/>
                  </a:lnTo>
                  <a:lnTo>
                    <a:pt x="3079" y="109"/>
                  </a:lnTo>
                  <a:lnTo>
                    <a:pt x="3089" y="142"/>
                  </a:lnTo>
                  <a:lnTo>
                    <a:pt x="3093" y="178"/>
                  </a:lnTo>
                  <a:lnTo>
                    <a:pt x="3091" y="203"/>
                  </a:lnTo>
                  <a:lnTo>
                    <a:pt x="3088" y="227"/>
                  </a:lnTo>
                  <a:lnTo>
                    <a:pt x="3081" y="252"/>
                  </a:lnTo>
                  <a:lnTo>
                    <a:pt x="3071" y="277"/>
                  </a:lnTo>
                  <a:lnTo>
                    <a:pt x="3060" y="303"/>
                  </a:lnTo>
                  <a:lnTo>
                    <a:pt x="3044" y="331"/>
                  </a:lnTo>
                  <a:lnTo>
                    <a:pt x="3025" y="361"/>
                  </a:lnTo>
                  <a:lnTo>
                    <a:pt x="3004" y="393"/>
                  </a:lnTo>
                  <a:lnTo>
                    <a:pt x="2978" y="429"/>
                  </a:lnTo>
                  <a:lnTo>
                    <a:pt x="2948" y="468"/>
                  </a:lnTo>
                  <a:lnTo>
                    <a:pt x="2914" y="512"/>
                  </a:lnTo>
                  <a:lnTo>
                    <a:pt x="2876" y="561"/>
                  </a:lnTo>
                  <a:lnTo>
                    <a:pt x="2472" y="1078"/>
                  </a:lnTo>
                  <a:lnTo>
                    <a:pt x="2182" y="1078"/>
                  </a:lnTo>
                  <a:lnTo>
                    <a:pt x="2182" y="424"/>
                  </a:lnTo>
                  <a:lnTo>
                    <a:pt x="1784" y="1078"/>
                  </a:lnTo>
                  <a:lnTo>
                    <a:pt x="1518" y="1078"/>
                  </a:lnTo>
                  <a:lnTo>
                    <a:pt x="1518" y="234"/>
                  </a:lnTo>
                  <a:lnTo>
                    <a:pt x="1313" y="214"/>
                  </a:lnTo>
                  <a:lnTo>
                    <a:pt x="1313" y="118"/>
                  </a:lnTo>
                  <a:lnTo>
                    <a:pt x="1690" y="25"/>
                  </a:lnTo>
                  <a:lnTo>
                    <a:pt x="1832" y="25"/>
                  </a:lnTo>
                  <a:lnTo>
                    <a:pt x="1832" y="713"/>
                  </a:lnTo>
                  <a:lnTo>
                    <a:pt x="2247" y="25"/>
                  </a:lnTo>
                  <a:lnTo>
                    <a:pt x="2497" y="25"/>
                  </a:lnTo>
                  <a:lnTo>
                    <a:pt x="2497" y="822"/>
                  </a:lnTo>
                  <a:lnTo>
                    <a:pt x="2759" y="473"/>
                  </a:lnTo>
                  <a:lnTo>
                    <a:pt x="2759" y="62"/>
                  </a:lnTo>
                  <a:lnTo>
                    <a:pt x="2779" y="44"/>
                  </a:lnTo>
                  <a:lnTo>
                    <a:pt x="2806" y="27"/>
                  </a:lnTo>
                  <a:lnTo>
                    <a:pt x="2837" y="13"/>
                  </a:lnTo>
                  <a:lnTo>
                    <a:pt x="2872" y="4"/>
                  </a:ln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: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649"/>
          <p:cNvSpPr>
            <a:spLocks noChangeArrowheads="1"/>
          </p:cNvSpPr>
          <p:nvPr/>
        </p:nvSpPr>
        <p:spPr bwMode="gray">
          <a:xfrm>
            <a:off x="7367588" y="693739"/>
            <a:ext cx="1776412" cy="547846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81" name="Rectangle 648"/>
          <p:cNvSpPr>
            <a:spLocks noChangeArrowheads="1"/>
          </p:cNvSpPr>
          <p:nvPr/>
        </p:nvSpPr>
        <p:spPr bwMode="gray">
          <a:xfrm>
            <a:off x="1752601" y="-1"/>
            <a:ext cx="5614988" cy="70326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83" name="Rectangle 650"/>
          <p:cNvSpPr>
            <a:spLocks noChangeArrowheads="1"/>
          </p:cNvSpPr>
          <p:nvPr/>
        </p:nvSpPr>
        <p:spPr bwMode="gray">
          <a:xfrm>
            <a:off x="1752601" y="693739"/>
            <a:ext cx="5614988" cy="5478462"/>
          </a:xfrm>
          <a:prstGeom prst="rect">
            <a:avLst/>
          </a:prstGeom>
          <a:solidFill>
            <a:schemeClr val="tx2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50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882775" y="786384"/>
            <a:ext cx="5356225" cy="914400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3200" b="1" i="1"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 smtClean="0"/>
              <a:t>Click to add the presentation’s main title</a:t>
            </a:r>
            <a:endParaRPr lang="en-GB" noProof="0" dirty="0"/>
          </a:p>
        </p:txBody>
      </p:sp>
      <p:sp>
        <p:nvSpPr>
          <p:cNvPr id="51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882775" y="1828799"/>
            <a:ext cx="5356225" cy="914401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457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914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3716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5pPr>
            <a:lvl6pPr marL="18288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6pPr>
            <a:lvl7pPr marL="22860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7pPr>
            <a:lvl8pPr marL="2743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8pPr>
            <a:lvl9pPr marL="3200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 dirty="0" smtClean="0"/>
              <a:t>Subtitle and date (move higher if title is only one line)</a:t>
            </a:r>
          </a:p>
        </p:txBody>
      </p:sp>
      <p:sp>
        <p:nvSpPr>
          <p:cNvPr id="52" name="Text Placeholder 31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1895475" y="374904"/>
            <a:ext cx="4105656" cy="146304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 smtClean="0"/>
              <a:t>www.pwc.com</a:t>
            </a:r>
            <a:endParaRPr lang="en-GB" noProof="0"/>
          </a:p>
        </p:txBody>
      </p:sp>
      <p:grpSp>
        <p:nvGrpSpPr>
          <p:cNvPr id="2" name="Group 10"/>
          <p:cNvGrpSpPr/>
          <p:nvPr userDrawn="1"/>
        </p:nvGrpSpPr>
        <p:grpSpPr>
          <a:xfrm>
            <a:off x="968592" y="6170991"/>
            <a:ext cx="914400" cy="533479"/>
            <a:chOff x="968592" y="6170991"/>
            <a:chExt cx="914400" cy="533479"/>
          </a:xfrm>
        </p:grpSpPr>
        <p:sp>
          <p:nvSpPr>
            <p:cNvPr id="12" name="Rectangle 37"/>
            <p:cNvSpPr>
              <a:spLocks noChangeArrowheads="1"/>
            </p:cNvSpPr>
            <p:nvPr userDrawn="1"/>
          </p:nvSpPr>
          <p:spPr bwMode="black">
            <a:xfrm>
              <a:off x="1524116" y="6170991"/>
              <a:ext cx="228600" cy="52646"/>
            </a:xfrm>
            <a:prstGeom prst="rect">
              <a:avLst/>
            </a:prstGeom>
            <a:solidFill>
              <a:schemeClr val="tx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3" name="Freeform 7"/>
            <p:cNvSpPr>
              <a:spLocks noEditPoints="1"/>
            </p:cNvSpPr>
            <p:nvPr userDrawn="1"/>
          </p:nvSpPr>
          <p:spPr bwMode="black">
            <a:xfrm>
              <a:off x="968592" y="6359814"/>
              <a:ext cx="914400" cy="344656"/>
            </a:xfrm>
            <a:custGeom>
              <a:avLst/>
              <a:gdLst/>
              <a:ahLst/>
              <a:cxnLst>
                <a:cxn ang="0">
                  <a:pos x="581" y="233"/>
                </a:cxn>
                <a:cxn ang="0">
                  <a:pos x="538" y="949"/>
                </a:cxn>
                <a:cxn ang="0">
                  <a:pos x="630" y="946"/>
                </a:cxn>
                <a:cxn ang="0">
                  <a:pos x="793" y="880"/>
                </a:cxn>
                <a:cxn ang="0">
                  <a:pos x="886" y="728"/>
                </a:cxn>
                <a:cxn ang="0">
                  <a:pos x="905" y="505"/>
                </a:cxn>
                <a:cxn ang="0">
                  <a:pos x="850" y="329"/>
                </a:cxn>
                <a:cxn ang="0">
                  <a:pos x="727" y="241"/>
                </a:cxn>
                <a:cxn ang="0">
                  <a:pos x="521" y="3"/>
                </a:cxn>
                <a:cxn ang="0">
                  <a:pos x="643" y="74"/>
                </a:cxn>
                <a:cxn ang="0">
                  <a:pos x="761" y="24"/>
                </a:cxn>
                <a:cxn ang="0">
                  <a:pos x="855" y="9"/>
                </a:cxn>
                <a:cxn ang="0">
                  <a:pos x="1026" y="40"/>
                </a:cxn>
                <a:cxn ang="0">
                  <a:pos x="1180" y="172"/>
                </a:cxn>
                <a:cxn ang="0">
                  <a:pos x="1265" y="383"/>
                </a:cxn>
                <a:cxn ang="0">
                  <a:pos x="1265" y="641"/>
                </a:cxn>
                <a:cxn ang="0">
                  <a:pos x="1175" y="857"/>
                </a:cxn>
                <a:cxn ang="0">
                  <a:pos x="1005" y="1006"/>
                </a:cxn>
                <a:cxn ang="0">
                  <a:pos x="766" y="1074"/>
                </a:cxn>
                <a:cxn ang="0">
                  <a:pos x="601" y="1074"/>
                </a:cxn>
                <a:cxn ang="0">
                  <a:pos x="692" y="1447"/>
                </a:cxn>
                <a:cxn ang="0">
                  <a:pos x="171" y="1408"/>
                </a:cxn>
                <a:cxn ang="0">
                  <a:pos x="413" y="3"/>
                </a:cxn>
                <a:cxn ang="0">
                  <a:pos x="3876" y="20"/>
                </a:cxn>
                <a:cxn ang="0">
                  <a:pos x="4036" y="100"/>
                </a:cxn>
                <a:cxn ang="0">
                  <a:pos x="4113" y="232"/>
                </a:cxn>
                <a:cxn ang="0">
                  <a:pos x="4091" y="362"/>
                </a:cxn>
                <a:cxn ang="0">
                  <a:pos x="3995" y="436"/>
                </a:cxn>
                <a:cxn ang="0">
                  <a:pos x="3859" y="438"/>
                </a:cxn>
                <a:cxn ang="0">
                  <a:pos x="3757" y="114"/>
                </a:cxn>
                <a:cxn ang="0">
                  <a:pos x="3597" y="187"/>
                </a:cxn>
                <a:cxn ang="0">
                  <a:pos x="3508" y="339"/>
                </a:cxn>
                <a:cxn ang="0">
                  <a:pos x="3489" y="565"/>
                </a:cxn>
                <a:cxn ang="0">
                  <a:pos x="3547" y="753"/>
                </a:cxn>
                <a:cxn ang="0">
                  <a:pos x="3668" y="869"/>
                </a:cxn>
                <a:cxn ang="0">
                  <a:pos x="3821" y="896"/>
                </a:cxn>
                <a:cxn ang="0">
                  <a:pos x="3931" y="872"/>
                </a:cxn>
                <a:cxn ang="0">
                  <a:pos x="4079" y="810"/>
                </a:cxn>
                <a:cxn ang="0">
                  <a:pos x="4016" y="1024"/>
                </a:cxn>
                <a:cxn ang="0">
                  <a:pos x="3830" y="1080"/>
                </a:cxn>
                <a:cxn ang="0">
                  <a:pos x="3651" y="1095"/>
                </a:cxn>
                <a:cxn ang="0">
                  <a:pos x="3426" y="1060"/>
                </a:cxn>
                <a:cxn ang="0">
                  <a:pos x="3255" y="947"/>
                </a:cxn>
                <a:cxn ang="0">
                  <a:pos x="3140" y="772"/>
                </a:cxn>
                <a:cxn ang="0">
                  <a:pos x="3101" y="561"/>
                </a:cxn>
                <a:cxn ang="0">
                  <a:pos x="3153" y="318"/>
                </a:cxn>
                <a:cxn ang="0">
                  <a:pos x="3293" y="135"/>
                </a:cxn>
                <a:cxn ang="0">
                  <a:pos x="3508" y="27"/>
                </a:cxn>
                <a:cxn ang="0">
                  <a:pos x="2910" y="0"/>
                </a:cxn>
                <a:cxn ang="0">
                  <a:pos x="3040" y="52"/>
                </a:cxn>
                <a:cxn ang="0">
                  <a:pos x="3093" y="178"/>
                </a:cxn>
                <a:cxn ang="0">
                  <a:pos x="3071" y="277"/>
                </a:cxn>
                <a:cxn ang="0">
                  <a:pos x="3004" y="393"/>
                </a:cxn>
                <a:cxn ang="0">
                  <a:pos x="2876" y="561"/>
                </a:cxn>
                <a:cxn ang="0">
                  <a:pos x="1784" y="1078"/>
                </a:cxn>
                <a:cxn ang="0">
                  <a:pos x="1313" y="118"/>
                </a:cxn>
                <a:cxn ang="0">
                  <a:pos x="2247" y="25"/>
                </a:cxn>
                <a:cxn ang="0">
                  <a:pos x="2759" y="62"/>
                </a:cxn>
                <a:cxn ang="0">
                  <a:pos x="2872" y="4"/>
                </a:cxn>
              </a:cxnLst>
              <a:rect l="0" t="0" r="r" b="b"/>
              <a:pathLst>
                <a:path w="4127" h="1544">
                  <a:moveTo>
                    <a:pt x="640" y="229"/>
                  </a:moveTo>
                  <a:lnTo>
                    <a:pt x="622" y="229"/>
                  </a:lnTo>
                  <a:lnTo>
                    <a:pt x="603" y="230"/>
                  </a:lnTo>
                  <a:lnTo>
                    <a:pt x="581" y="233"/>
                  </a:lnTo>
                  <a:lnTo>
                    <a:pt x="553" y="235"/>
                  </a:lnTo>
                  <a:lnTo>
                    <a:pt x="521" y="241"/>
                  </a:lnTo>
                  <a:lnTo>
                    <a:pt x="521" y="947"/>
                  </a:lnTo>
                  <a:lnTo>
                    <a:pt x="538" y="949"/>
                  </a:lnTo>
                  <a:lnTo>
                    <a:pt x="553" y="949"/>
                  </a:lnTo>
                  <a:lnTo>
                    <a:pt x="566" y="949"/>
                  </a:lnTo>
                  <a:lnTo>
                    <a:pt x="578" y="949"/>
                  </a:lnTo>
                  <a:lnTo>
                    <a:pt x="630" y="946"/>
                  </a:lnTo>
                  <a:lnTo>
                    <a:pt x="677" y="937"/>
                  </a:lnTo>
                  <a:lnTo>
                    <a:pt x="720" y="924"/>
                  </a:lnTo>
                  <a:lnTo>
                    <a:pt x="758" y="905"/>
                  </a:lnTo>
                  <a:lnTo>
                    <a:pt x="793" y="880"/>
                  </a:lnTo>
                  <a:lnTo>
                    <a:pt x="824" y="850"/>
                  </a:lnTo>
                  <a:lnTo>
                    <a:pt x="849" y="815"/>
                  </a:lnTo>
                  <a:lnTo>
                    <a:pt x="870" y="775"/>
                  </a:lnTo>
                  <a:lnTo>
                    <a:pt x="886" y="728"/>
                  </a:lnTo>
                  <a:lnTo>
                    <a:pt x="897" y="678"/>
                  </a:lnTo>
                  <a:lnTo>
                    <a:pt x="905" y="622"/>
                  </a:lnTo>
                  <a:lnTo>
                    <a:pt x="907" y="561"/>
                  </a:lnTo>
                  <a:lnTo>
                    <a:pt x="905" y="505"/>
                  </a:lnTo>
                  <a:lnTo>
                    <a:pt x="897" y="452"/>
                  </a:lnTo>
                  <a:lnTo>
                    <a:pt x="886" y="407"/>
                  </a:lnTo>
                  <a:lnTo>
                    <a:pt x="870" y="366"/>
                  </a:lnTo>
                  <a:lnTo>
                    <a:pt x="850" y="329"/>
                  </a:lnTo>
                  <a:lnTo>
                    <a:pt x="826" y="299"/>
                  </a:lnTo>
                  <a:lnTo>
                    <a:pt x="797" y="274"/>
                  </a:lnTo>
                  <a:lnTo>
                    <a:pt x="763" y="254"/>
                  </a:lnTo>
                  <a:lnTo>
                    <a:pt x="727" y="241"/>
                  </a:lnTo>
                  <a:lnTo>
                    <a:pt x="686" y="232"/>
                  </a:lnTo>
                  <a:lnTo>
                    <a:pt x="640" y="229"/>
                  </a:lnTo>
                  <a:close/>
                  <a:moveTo>
                    <a:pt x="413" y="3"/>
                  </a:moveTo>
                  <a:lnTo>
                    <a:pt x="521" y="3"/>
                  </a:lnTo>
                  <a:lnTo>
                    <a:pt x="521" y="143"/>
                  </a:lnTo>
                  <a:lnTo>
                    <a:pt x="566" y="117"/>
                  </a:lnTo>
                  <a:lnTo>
                    <a:pt x="607" y="93"/>
                  </a:lnTo>
                  <a:lnTo>
                    <a:pt x="643" y="74"/>
                  </a:lnTo>
                  <a:lnTo>
                    <a:pt x="677" y="57"/>
                  </a:lnTo>
                  <a:lnTo>
                    <a:pt x="707" y="44"/>
                  </a:lnTo>
                  <a:lnTo>
                    <a:pt x="735" y="33"/>
                  </a:lnTo>
                  <a:lnTo>
                    <a:pt x="761" y="24"/>
                  </a:lnTo>
                  <a:lnTo>
                    <a:pt x="785" y="18"/>
                  </a:lnTo>
                  <a:lnTo>
                    <a:pt x="809" y="13"/>
                  </a:lnTo>
                  <a:lnTo>
                    <a:pt x="831" y="10"/>
                  </a:lnTo>
                  <a:lnTo>
                    <a:pt x="855" y="9"/>
                  </a:lnTo>
                  <a:lnTo>
                    <a:pt x="879" y="8"/>
                  </a:lnTo>
                  <a:lnTo>
                    <a:pt x="931" y="12"/>
                  </a:lnTo>
                  <a:lnTo>
                    <a:pt x="980" y="23"/>
                  </a:lnTo>
                  <a:lnTo>
                    <a:pt x="1026" y="40"/>
                  </a:lnTo>
                  <a:lnTo>
                    <a:pt x="1070" y="64"/>
                  </a:lnTo>
                  <a:lnTo>
                    <a:pt x="1110" y="94"/>
                  </a:lnTo>
                  <a:lnTo>
                    <a:pt x="1148" y="130"/>
                  </a:lnTo>
                  <a:lnTo>
                    <a:pt x="1180" y="172"/>
                  </a:lnTo>
                  <a:lnTo>
                    <a:pt x="1209" y="218"/>
                  </a:lnTo>
                  <a:lnTo>
                    <a:pt x="1233" y="268"/>
                  </a:lnTo>
                  <a:lnTo>
                    <a:pt x="1252" y="324"/>
                  </a:lnTo>
                  <a:lnTo>
                    <a:pt x="1265" y="383"/>
                  </a:lnTo>
                  <a:lnTo>
                    <a:pt x="1274" y="446"/>
                  </a:lnTo>
                  <a:lnTo>
                    <a:pt x="1278" y="512"/>
                  </a:lnTo>
                  <a:lnTo>
                    <a:pt x="1274" y="578"/>
                  </a:lnTo>
                  <a:lnTo>
                    <a:pt x="1265" y="641"/>
                  </a:lnTo>
                  <a:lnTo>
                    <a:pt x="1252" y="701"/>
                  </a:lnTo>
                  <a:lnTo>
                    <a:pt x="1232" y="756"/>
                  </a:lnTo>
                  <a:lnTo>
                    <a:pt x="1205" y="809"/>
                  </a:lnTo>
                  <a:lnTo>
                    <a:pt x="1175" y="857"/>
                  </a:lnTo>
                  <a:lnTo>
                    <a:pt x="1140" y="901"/>
                  </a:lnTo>
                  <a:lnTo>
                    <a:pt x="1099" y="941"/>
                  </a:lnTo>
                  <a:lnTo>
                    <a:pt x="1054" y="976"/>
                  </a:lnTo>
                  <a:lnTo>
                    <a:pt x="1005" y="1006"/>
                  </a:lnTo>
                  <a:lnTo>
                    <a:pt x="951" y="1031"/>
                  </a:lnTo>
                  <a:lnTo>
                    <a:pt x="894" y="1051"/>
                  </a:lnTo>
                  <a:lnTo>
                    <a:pt x="831" y="1065"/>
                  </a:lnTo>
                  <a:lnTo>
                    <a:pt x="766" y="1074"/>
                  </a:lnTo>
                  <a:lnTo>
                    <a:pt x="696" y="1078"/>
                  </a:lnTo>
                  <a:lnTo>
                    <a:pt x="670" y="1078"/>
                  </a:lnTo>
                  <a:lnTo>
                    <a:pt x="637" y="1076"/>
                  </a:lnTo>
                  <a:lnTo>
                    <a:pt x="601" y="1074"/>
                  </a:lnTo>
                  <a:lnTo>
                    <a:pt x="561" y="1071"/>
                  </a:lnTo>
                  <a:lnTo>
                    <a:pt x="521" y="1068"/>
                  </a:lnTo>
                  <a:lnTo>
                    <a:pt x="521" y="1408"/>
                  </a:lnTo>
                  <a:lnTo>
                    <a:pt x="692" y="1447"/>
                  </a:lnTo>
                  <a:lnTo>
                    <a:pt x="692" y="1544"/>
                  </a:lnTo>
                  <a:lnTo>
                    <a:pt x="18" y="1544"/>
                  </a:lnTo>
                  <a:lnTo>
                    <a:pt x="18" y="1447"/>
                  </a:lnTo>
                  <a:lnTo>
                    <a:pt x="171" y="1408"/>
                  </a:lnTo>
                  <a:lnTo>
                    <a:pt x="171" y="229"/>
                  </a:lnTo>
                  <a:lnTo>
                    <a:pt x="0" y="229"/>
                  </a:lnTo>
                  <a:lnTo>
                    <a:pt x="0" y="128"/>
                  </a:lnTo>
                  <a:lnTo>
                    <a:pt x="413" y="3"/>
                  </a:lnTo>
                  <a:close/>
                  <a:moveTo>
                    <a:pt x="3711" y="0"/>
                  </a:moveTo>
                  <a:lnTo>
                    <a:pt x="3770" y="3"/>
                  </a:lnTo>
                  <a:lnTo>
                    <a:pt x="3825" y="9"/>
                  </a:lnTo>
                  <a:lnTo>
                    <a:pt x="3876" y="20"/>
                  </a:lnTo>
                  <a:lnTo>
                    <a:pt x="3923" y="34"/>
                  </a:lnTo>
                  <a:lnTo>
                    <a:pt x="3965" y="53"/>
                  </a:lnTo>
                  <a:lnTo>
                    <a:pt x="4004" y="75"/>
                  </a:lnTo>
                  <a:lnTo>
                    <a:pt x="4036" y="100"/>
                  </a:lnTo>
                  <a:lnTo>
                    <a:pt x="4064" y="129"/>
                  </a:lnTo>
                  <a:lnTo>
                    <a:pt x="4086" y="160"/>
                  </a:lnTo>
                  <a:lnTo>
                    <a:pt x="4103" y="194"/>
                  </a:lnTo>
                  <a:lnTo>
                    <a:pt x="4113" y="232"/>
                  </a:lnTo>
                  <a:lnTo>
                    <a:pt x="4117" y="271"/>
                  </a:lnTo>
                  <a:lnTo>
                    <a:pt x="4114" y="304"/>
                  </a:lnTo>
                  <a:lnTo>
                    <a:pt x="4105" y="334"/>
                  </a:lnTo>
                  <a:lnTo>
                    <a:pt x="4091" y="362"/>
                  </a:lnTo>
                  <a:lnTo>
                    <a:pt x="4074" y="387"/>
                  </a:lnTo>
                  <a:lnTo>
                    <a:pt x="4051" y="407"/>
                  </a:lnTo>
                  <a:lnTo>
                    <a:pt x="4025" y="423"/>
                  </a:lnTo>
                  <a:lnTo>
                    <a:pt x="3995" y="436"/>
                  </a:lnTo>
                  <a:lnTo>
                    <a:pt x="3961" y="443"/>
                  </a:lnTo>
                  <a:lnTo>
                    <a:pt x="3925" y="446"/>
                  </a:lnTo>
                  <a:lnTo>
                    <a:pt x="3891" y="444"/>
                  </a:lnTo>
                  <a:lnTo>
                    <a:pt x="3859" y="438"/>
                  </a:lnTo>
                  <a:lnTo>
                    <a:pt x="3826" y="428"/>
                  </a:lnTo>
                  <a:lnTo>
                    <a:pt x="3792" y="413"/>
                  </a:lnTo>
                  <a:lnTo>
                    <a:pt x="3757" y="394"/>
                  </a:lnTo>
                  <a:lnTo>
                    <a:pt x="3757" y="114"/>
                  </a:lnTo>
                  <a:lnTo>
                    <a:pt x="3711" y="125"/>
                  </a:lnTo>
                  <a:lnTo>
                    <a:pt x="3668" y="140"/>
                  </a:lnTo>
                  <a:lnTo>
                    <a:pt x="3631" y="162"/>
                  </a:lnTo>
                  <a:lnTo>
                    <a:pt x="3597" y="187"/>
                  </a:lnTo>
                  <a:lnTo>
                    <a:pt x="3568" y="218"/>
                  </a:lnTo>
                  <a:lnTo>
                    <a:pt x="3543" y="253"/>
                  </a:lnTo>
                  <a:lnTo>
                    <a:pt x="3523" y="294"/>
                  </a:lnTo>
                  <a:lnTo>
                    <a:pt x="3508" y="339"/>
                  </a:lnTo>
                  <a:lnTo>
                    <a:pt x="3497" y="391"/>
                  </a:lnTo>
                  <a:lnTo>
                    <a:pt x="3489" y="447"/>
                  </a:lnTo>
                  <a:lnTo>
                    <a:pt x="3487" y="507"/>
                  </a:lnTo>
                  <a:lnTo>
                    <a:pt x="3489" y="565"/>
                  </a:lnTo>
                  <a:lnTo>
                    <a:pt x="3497" y="617"/>
                  </a:lnTo>
                  <a:lnTo>
                    <a:pt x="3509" y="667"/>
                  </a:lnTo>
                  <a:lnTo>
                    <a:pt x="3526" y="712"/>
                  </a:lnTo>
                  <a:lnTo>
                    <a:pt x="3547" y="753"/>
                  </a:lnTo>
                  <a:lnTo>
                    <a:pt x="3571" y="790"/>
                  </a:lnTo>
                  <a:lnTo>
                    <a:pt x="3600" y="821"/>
                  </a:lnTo>
                  <a:lnTo>
                    <a:pt x="3632" y="847"/>
                  </a:lnTo>
                  <a:lnTo>
                    <a:pt x="3668" y="869"/>
                  </a:lnTo>
                  <a:lnTo>
                    <a:pt x="3707" y="885"/>
                  </a:lnTo>
                  <a:lnTo>
                    <a:pt x="3750" y="894"/>
                  </a:lnTo>
                  <a:lnTo>
                    <a:pt x="3795" y="897"/>
                  </a:lnTo>
                  <a:lnTo>
                    <a:pt x="3821" y="896"/>
                  </a:lnTo>
                  <a:lnTo>
                    <a:pt x="3847" y="894"/>
                  </a:lnTo>
                  <a:lnTo>
                    <a:pt x="3874" y="889"/>
                  </a:lnTo>
                  <a:lnTo>
                    <a:pt x="3901" y="881"/>
                  </a:lnTo>
                  <a:lnTo>
                    <a:pt x="3931" y="872"/>
                  </a:lnTo>
                  <a:lnTo>
                    <a:pt x="3964" y="861"/>
                  </a:lnTo>
                  <a:lnTo>
                    <a:pt x="3999" y="846"/>
                  </a:lnTo>
                  <a:lnTo>
                    <a:pt x="4036" y="830"/>
                  </a:lnTo>
                  <a:lnTo>
                    <a:pt x="4079" y="810"/>
                  </a:lnTo>
                  <a:lnTo>
                    <a:pt x="4127" y="787"/>
                  </a:lnTo>
                  <a:lnTo>
                    <a:pt x="4127" y="976"/>
                  </a:lnTo>
                  <a:lnTo>
                    <a:pt x="4069" y="1001"/>
                  </a:lnTo>
                  <a:lnTo>
                    <a:pt x="4016" y="1024"/>
                  </a:lnTo>
                  <a:lnTo>
                    <a:pt x="3966" y="1041"/>
                  </a:lnTo>
                  <a:lnTo>
                    <a:pt x="3919" y="1058"/>
                  </a:lnTo>
                  <a:lnTo>
                    <a:pt x="3874" y="1070"/>
                  </a:lnTo>
                  <a:lnTo>
                    <a:pt x="3830" y="1080"/>
                  </a:lnTo>
                  <a:lnTo>
                    <a:pt x="3786" y="1086"/>
                  </a:lnTo>
                  <a:lnTo>
                    <a:pt x="3742" y="1091"/>
                  </a:lnTo>
                  <a:lnTo>
                    <a:pt x="3697" y="1094"/>
                  </a:lnTo>
                  <a:lnTo>
                    <a:pt x="3651" y="1095"/>
                  </a:lnTo>
                  <a:lnTo>
                    <a:pt x="3588" y="1093"/>
                  </a:lnTo>
                  <a:lnTo>
                    <a:pt x="3530" y="1086"/>
                  </a:lnTo>
                  <a:lnTo>
                    <a:pt x="3476" y="1075"/>
                  </a:lnTo>
                  <a:lnTo>
                    <a:pt x="3426" y="1060"/>
                  </a:lnTo>
                  <a:lnTo>
                    <a:pt x="3378" y="1039"/>
                  </a:lnTo>
                  <a:lnTo>
                    <a:pt x="3334" y="1014"/>
                  </a:lnTo>
                  <a:lnTo>
                    <a:pt x="3294" y="984"/>
                  </a:lnTo>
                  <a:lnTo>
                    <a:pt x="3255" y="947"/>
                  </a:lnTo>
                  <a:lnTo>
                    <a:pt x="3219" y="907"/>
                  </a:lnTo>
                  <a:lnTo>
                    <a:pt x="3188" y="865"/>
                  </a:lnTo>
                  <a:lnTo>
                    <a:pt x="3162" y="820"/>
                  </a:lnTo>
                  <a:lnTo>
                    <a:pt x="3140" y="772"/>
                  </a:lnTo>
                  <a:lnTo>
                    <a:pt x="3124" y="722"/>
                  </a:lnTo>
                  <a:lnTo>
                    <a:pt x="3111" y="670"/>
                  </a:lnTo>
                  <a:lnTo>
                    <a:pt x="3104" y="616"/>
                  </a:lnTo>
                  <a:lnTo>
                    <a:pt x="3101" y="561"/>
                  </a:lnTo>
                  <a:lnTo>
                    <a:pt x="3105" y="494"/>
                  </a:lnTo>
                  <a:lnTo>
                    <a:pt x="3115" y="433"/>
                  </a:lnTo>
                  <a:lnTo>
                    <a:pt x="3130" y="373"/>
                  </a:lnTo>
                  <a:lnTo>
                    <a:pt x="3153" y="318"/>
                  </a:lnTo>
                  <a:lnTo>
                    <a:pt x="3179" y="267"/>
                  </a:lnTo>
                  <a:lnTo>
                    <a:pt x="3213" y="219"/>
                  </a:lnTo>
                  <a:lnTo>
                    <a:pt x="3250" y="175"/>
                  </a:lnTo>
                  <a:lnTo>
                    <a:pt x="3293" y="135"/>
                  </a:lnTo>
                  <a:lnTo>
                    <a:pt x="3341" y="102"/>
                  </a:lnTo>
                  <a:lnTo>
                    <a:pt x="3392" y="72"/>
                  </a:lnTo>
                  <a:lnTo>
                    <a:pt x="3448" y="47"/>
                  </a:lnTo>
                  <a:lnTo>
                    <a:pt x="3508" y="27"/>
                  </a:lnTo>
                  <a:lnTo>
                    <a:pt x="3573" y="12"/>
                  </a:lnTo>
                  <a:lnTo>
                    <a:pt x="3640" y="3"/>
                  </a:lnTo>
                  <a:lnTo>
                    <a:pt x="3711" y="0"/>
                  </a:lnTo>
                  <a:close/>
                  <a:moveTo>
                    <a:pt x="2910" y="0"/>
                  </a:moveTo>
                  <a:lnTo>
                    <a:pt x="2948" y="4"/>
                  </a:lnTo>
                  <a:lnTo>
                    <a:pt x="2983" y="14"/>
                  </a:lnTo>
                  <a:lnTo>
                    <a:pt x="3014" y="30"/>
                  </a:lnTo>
                  <a:lnTo>
                    <a:pt x="3040" y="52"/>
                  </a:lnTo>
                  <a:lnTo>
                    <a:pt x="3063" y="78"/>
                  </a:lnTo>
                  <a:lnTo>
                    <a:pt x="3079" y="109"/>
                  </a:lnTo>
                  <a:lnTo>
                    <a:pt x="3089" y="142"/>
                  </a:lnTo>
                  <a:lnTo>
                    <a:pt x="3093" y="178"/>
                  </a:lnTo>
                  <a:lnTo>
                    <a:pt x="3091" y="203"/>
                  </a:lnTo>
                  <a:lnTo>
                    <a:pt x="3088" y="227"/>
                  </a:lnTo>
                  <a:lnTo>
                    <a:pt x="3081" y="252"/>
                  </a:lnTo>
                  <a:lnTo>
                    <a:pt x="3071" y="277"/>
                  </a:lnTo>
                  <a:lnTo>
                    <a:pt x="3060" y="303"/>
                  </a:lnTo>
                  <a:lnTo>
                    <a:pt x="3044" y="331"/>
                  </a:lnTo>
                  <a:lnTo>
                    <a:pt x="3025" y="361"/>
                  </a:lnTo>
                  <a:lnTo>
                    <a:pt x="3004" y="393"/>
                  </a:lnTo>
                  <a:lnTo>
                    <a:pt x="2978" y="429"/>
                  </a:lnTo>
                  <a:lnTo>
                    <a:pt x="2948" y="468"/>
                  </a:lnTo>
                  <a:lnTo>
                    <a:pt x="2914" y="512"/>
                  </a:lnTo>
                  <a:lnTo>
                    <a:pt x="2876" y="561"/>
                  </a:lnTo>
                  <a:lnTo>
                    <a:pt x="2472" y="1078"/>
                  </a:lnTo>
                  <a:lnTo>
                    <a:pt x="2182" y="1078"/>
                  </a:lnTo>
                  <a:lnTo>
                    <a:pt x="2182" y="424"/>
                  </a:lnTo>
                  <a:lnTo>
                    <a:pt x="1784" y="1078"/>
                  </a:lnTo>
                  <a:lnTo>
                    <a:pt x="1518" y="1078"/>
                  </a:lnTo>
                  <a:lnTo>
                    <a:pt x="1518" y="234"/>
                  </a:lnTo>
                  <a:lnTo>
                    <a:pt x="1313" y="214"/>
                  </a:lnTo>
                  <a:lnTo>
                    <a:pt x="1313" y="118"/>
                  </a:lnTo>
                  <a:lnTo>
                    <a:pt x="1690" y="25"/>
                  </a:lnTo>
                  <a:lnTo>
                    <a:pt x="1832" y="25"/>
                  </a:lnTo>
                  <a:lnTo>
                    <a:pt x="1832" y="713"/>
                  </a:lnTo>
                  <a:lnTo>
                    <a:pt x="2247" y="25"/>
                  </a:lnTo>
                  <a:lnTo>
                    <a:pt x="2497" y="25"/>
                  </a:lnTo>
                  <a:lnTo>
                    <a:pt x="2497" y="822"/>
                  </a:lnTo>
                  <a:lnTo>
                    <a:pt x="2759" y="473"/>
                  </a:lnTo>
                  <a:lnTo>
                    <a:pt x="2759" y="62"/>
                  </a:lnTo>
                  <a:lnTo>
                    <a:pt x="2779" y="44"/>
                  </a:lnTo>
                  <a:lnTo>
                    <a:pt x="2806" y="27"/>
                  </a:lnTo>
                  <a:lnTo>
                    <a:pt x="2837" y="13"/>
                  </a:lnTo>
                  <a:lnTo>
                    <a:pt x="2872" y="4"/>
                  </a:ln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66752"/>
            <a:ext cx="8077200" cy="492443"/>
          </a:xfrm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GB" noProof="0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5867400"/>
            <a:ext cx="4800600" cy="762000"/>
          </a:xfrm>
        </p:spPr>
        <p:txBody>
          <a:bodyPr anchor="b"/>
          <a:lstStyle>
            <a:lvl1pPr>
              <a:defRPr sz="90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Add legal and copyright disclaimers here.</a:t>
            </a:r>
            <a:endParaRPr lang="en-GB" noProof="0"/>
          </a:p>
        </p:txBody>
      </p:sp>
      <p:cxnSp>
        <p:nvCxnSpPr>
          <p:cNvPr id="7" name="Shape 6"/>
          <p:cNvCxnSpPr/>
          <p:nvPr/>
        </p:nvCxnSpPr>
        <p:spPr>
          <a:xfrm rot="5400000" flipH="1" flipV="1">
            <a:off x="4423800" y="-3433199"/>
            <a:ext cx="144000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685800"/>
            <a:ext cx="8077201" cy="369332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 noProof="0" smtClean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1" y="1760208"/>
            <a:ext cx="8077199" cy="184665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 smtClean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0352" y="6324600"/>
            <a:ext cx="5260848" cy="150876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dirty="0" smtClean="0">
                <a:solidFill>
                  <a:srgbClr val="000000"/>
                </a:solidFill>
              </a:rPr>
              <a:t>Client Name | Engagement Name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7086600" y="6324600"/>
            <a:ext cx="1524000" cy="152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477000"/>
            <a:ext cx="1527048" cy="152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2FE453F1-2EED-47BB-B943-9924B9C32FA6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900"/>
        </a:spcAft>
        <a:buClr>
          <a:schemeClr val="tx1"/>
        </a:buClr>
        <a:buSzTx/>
        <a:buFontTx/>
        <a:buNone/>
        <a:tabLst/>
        <a:defRPr sz="1800" kern="1200">
          <a:solidFill>
            <a:schemeClr val="tx1"/>
          </a:solidFill>
          <a:latin typeface="Georgia" pitchFamily="18" charset="0"/>
          <a:ea typeface="+mn-ea"/>
          <a:cs typeface="+mn-cs"/>
        </a:defRPr>
      </a:lvl1pPr>
      <a:lvl2pPr marL="342900" indent="-34290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>
          <a:schemeClr val="tx1"/>
        </a:buClr>
        <a:buFont typeface="Georgia" pitchFamily="18" charset="0"/>
        <a:buChar char="•"/>
        <a:defRPr sz="1800" kern="1200">
          <a:solidFill>
            <a:schemeClr val="tx1"/>
          </a:solidFill>
          <a:latin typeface="Georgia" pitchFamily="18" charset="0"/>
          <a:ea typeface="+mn-ea"/>
          <a:cs typeface="+mn-cs"/>
        </a:defRPr>
      </a:lvl2pPr>
      <a:lvl3pPr marL="685800" indent="-34290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>
          <a:schemeClr val="tx1"/>
        </a:buClr>
        <a:buFont typeface="Georgia" pitchFamily="18" charset="0"/>
        <a:buChar char="-"/>
        <a:defRPr sz="1800" kern="1200">
          <a:solidFill>
            <a:schemeClr val="tx1"/>
          </a:solidFill>
          <a:latin typeface="Georgia" pitchFamily="18" charset="0"/>
          <a:ea typeface="+mn-ea"/>
          <a:cs typeface="+mn-cs"/>
        </a:defRPr>
      </a:lvl3pPr>
      <a:lvl4pPr marL="1028700" indent="-34290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>
          <a:schemeClr val="tx1"/>
        </a:buClr>
        <a:buFont typeface="Georgia" pitchFamily="18" charset="0"/>
        <a:buChar char="◦"/>
        <a:defRPr sz="1800" kern="1200">
          <a:solidFill>
            <a:schemeClr val="tx1"/>
          </a:solidFill>
          <a:latin typeface="Georgia" pitchFamily="18" charset="0"/>
          <a:ea typeface="+mn-ea"/>
          <a:cs typeface="+mn-cs"/>
        </a:defRPr>
      </a:lvl4pPr>
      <a:lvl5pPr marL="1371600" indent="-34290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>
          <a:schemeClr val="tx1"/>
        </a:buClr>
        <a:buFont typeface="Georgia" pitchFamily="18" charset="0"/>
        <a:buChar char="›"/>
        <a:defRPr sz="1800" kern="1200" baseline="0">
          <a:solidFill>
            <a:schemeClr val="tx1"/>
          </a:solidFill>
          <a:latin typeface="Georgia" pitchFamily="18" charset="0"/>
          <a:ea typeface="+mn-ea"/>
          <a:cs typeface="+mn-cs"/>
        </a:defRPr>
      </a:lvl5pPr>
      <a:lvl6pPr marL="274320" marR="0" indent="-27432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900"/>
        </a:spcAft>
        <a:buClr>
          <a:schemeClr val="tx1"/>
        </a:buClr>
        <a:buSzPct val="100000"/>
        <a:buFont typeface="+mj-lt"/>
        <a:buAutoNum type="arabicPeriod"/>
        <a:tabLst/>
        <a:defRPr sz="2000" kern="1200" baseline="0">
          <a:solidFill>
            <a:schemeClr val="tx1"/>
          </a:solidFill>
          <a:latin typeface="Georgia" pitchFamily="18" charset="0"/>
          <a:ea typeface="+mn-ea"/>
          <a:cs typeface="+mn-cs"/>
        </a:defRPr>
      </a:lvl6pPr>
      <a:lvl7pPr marL="548640" indent="-27432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SzPct val="100000"/>
        <a:buFont typeface="+mj-lt"/>
        <a:buAutoNum type="alphaLcPeriod"/>
        <a:defRPr sz="2000" kern="1200" baseline="0">
          <a:solidFill>
            <a:schemeClr val="tx1"/>
          </a:solidFill>
          <a:latin typeface="Georgia" pitchFamily="18" charset="0"/>
          <a:ea typeface="+mn-ea"/>
          <a:cs typeface="+mn-cs"/>
        </a:defRPr>
      </a:lvl7pPr>
      <a:lvl8pPr marL="822960" indent="-27432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SzPct val="100000"/>
        <a:buFont typeface="+mj-lt"/>
        <a:buAutoNum type="romanLcPeriod"/>
        <a:defRPr sz="2000" kern="1200" baseline="0">
          <a:solidFill>
            <a:schemeClr val="tx1"/>
          </a:solidFill>
          <a:latin typeface="Georgia" pitchFamily="18" charset="0"/>
          <a:ea typeface="+mn-ea"/>
          <a:cs typeface="+mn-cs"/>
        </a:defRPr>
      </a:lvl8pPr>
      <a:lvl9pPr marL="0" indent="-27432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Font typeface="Arial" pitchFamily="34" charset="0"/>
        <a:buNone/>
        <a:defRPr sz="2000" b="1" kern="1200" baseline="0">
          <a:solidFill>
            <a:schemeClr val="tx2"/>
          </a:solidFill>
          <a:latin typeface="Georgia" pitchFamily="18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90562"/>
            <a:ext cx="7206952" cy="615553"/>
          </a:xfrm>
        </p:spPr>
        <p:txBody>
          <a:bodyPr/>
          <a:lstStyle/>
          <a:p>
            <a:r>
              <a:rPr lang="en-US" sz="2000" dirty="0" smtClean="0"/>
              <a:t>In his 5</a:t>
            </a:r>
            <a:r>
              <a:rPr lang="en-US" sz="2000" baseline="30000" dirty="0" smtClean="0"/>
              <a:t>th</a:t>
            </a:r>
            <a:r>
              <a:rPr lang="en-US" sz="2000" dirty="0" smtClean="0"/>
              <a:t> year with PwC, Ore made significant impact in four ways </a:t>
            </a:r>
            <a:endParaRPr lang="en-GB" sz="2000" b="0" i="0" dirty="0"/>
          </a:p>
        </p:txBody>
      </p:sp>
      <p:grpSp>
        <p:nvGrpSpPr>
          <p:cNvPr id="3" name="Group 20"/>
          <p:cNvGrpSpPr/>
          <p:nvPr/>
        </p:nvGrpSpPr>
        <p:grpSpPr>
          <a:xfrm>
            <a:off x="3059832" y="1340768"/>
            <a:ext cx="5760640" cy="864096"/>
            <a:chOff x="2523744" y="2170952"/>
            <a:chExt cx="4045938" cy="753992"/>
          </a:xfrm>
        </p:grpSpPr>
        <p:sp>
          <p:nvSpPr>
            <p:cNvPr id="19" name="AutoShape 32"/>
            <p:cNvSpPr>
              <a:spLocks noChangeArrowheads="1"/>
            </p:cNvSpPr>
            <p:nvPr/>
          </p:nvSpPr>
          <p:spPr bwMode="auto">
            <a:xfrm>
              <a:off x="2523744" y="2175385"/>
              <a:ext cx="1365504" cy="736230"/>
            </a:xfrm>
            <a:prstGeom prst="chevron">
              <a:avLst>
                <a:gd name="adj" fmla="val 24784"/>
              </a:avLst>
            </a:prstGeom>
            <a:solidFill>
              <a:schemeClr val="tx2">
                <a:lumMod val="60000"/>
                <a:lumOff val="40000"/>
              </a:schemeClr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tIns="502920"/>
            <a:lstStyle/>
            <a:p>
              <a:pPr eaLnBrk="0" hangingPunct="0"/>
              <a:r>
                <a:rPr lang="en-US" sz="900" dirty="0" smtClean="0">
                  <a:solidFill>
                    <a:schemeClr val="bg1"/>
                  </a:solidFill>
                </a:rPr>
                <a:t>Payments Skill set and Relationships Building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23" name="AutoShape 34"/>
            <p:cNvSpPr>
              <a:spLocks noChangeArrowheads="1"/>
            </p:cNvSpPr>
            <p:nvPr/>
          </p:nvSpPr>
          <p:spPr bwMode="auto">
            <a:xfrm>
              <a:off x="5207790" y="2175386"/>
              <a:ext cx="1361892" cy="736230"/>
            </a:xfrm>
            <a:prstGeom prst="chevron">
              <a:avLst>
                <a:gd name="adj" fmla="val 24784"/>
              </a:avLst>
            </a:prstGeom>
            <a:solidFill>
              <a:schemeClr val="tx2">
                <a:lumMod val="60000"/>
                <a:lumOff val="40000"/>
              </a:schemeClr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tIns="502920"/>
            <a:lstStyle/>
            <a:p>
              <a:pPr eaLnBrk="0" hangingPunct="0"/>
              <a:r>
                <a:rPr lang="en-US" sz="900" dirty="0" err="1" smtClean="0">
                  <a:solidFill>
                    <a:schemeClr val="bg1"/>
                  </a:solidFill>
                </a:rPr>
                <a:t>Underbanked</a:t>
              </a:r>
              <a:r>
                <a:rPr lang="en-US" sz="900" dirty="0" smtClean="0">
                  <a:solidFill>
                    <a:schemeClr val="bg1"/>
                  </a:solidFill>
                </a:rPr>
                <a:t> POV (August to Present)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24" name="AutoShape 35"/>
            <p:cNvSpPr>
              <a:spLocks noChangeArrowheads="1"/>
            </p:cNvSpPr>
            <p:nvPr/>
          </p:nvSpPr>
          <p:spPr bwMode="auto">
            <a:xfrm>
              <a:off x="3840481" y="2188714"/>
              <a:ext cx="1414271" cy="736230"/>
            </a:xfrm>
            <a:prstGeom prst="chevron">
              <a:avLst>
                <a:gd name="adj" fmla="val 24784"/>
              </a:avLst>
            </a:prstGeom>
            <a:solidFill>
              <a:schemeClr val="tx2">
                <a:lumMod val="60000"/>
                <a:lumOff val="40000"/>
              </a:schemeClr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tIns="502920"/>
            <a:lstStyle/>
            <a:p>
              <a:pPr eaLnBrk="0" hangingPunct="0"/>
              <a:r>
                <a:rPr lang="en-US" sz="900" dirty="0" smtClean="0">
                  <a:solidFill>
                    <a:schemeClr val="bg1"/>
                  </a:solidFill>
                </a:rPr>
                <a:t>Customer Impact Project (40% of chargeable time)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25" name="AutoShape 36"/>
            <p:cNvSpPr>
              <a:spLocks noChangeArrowheads="1"/>
            </p:cNvSpPr>
            <p:nvPr/>
          </p:nvSpPr>
          <p:spPr bwMode="auto">
            <a:xfrm flipH="1">
              <a:off x="2523744" y="2170952"/>
              <a:ext cx="4045938" cy="372550"/>
            </a:xfrm>
            <a:prstGeom prst="parallelogram">
              <a:avLst>
                <a:gd name="adj" fmla="val 45525"/>
              </a:avLst>
            </a:prstGeom>
            <a:solidFill>
              <a:schemeClr val="tx2"/>
            </a:solidFill>
            <a:ln w="19050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1400" b="1" dirty="0" smtClean="0">
                  <a:solidFill>
                    <a:schemeClr val="bg1"/>
                  </a:solidFill>
                </a:rPr>
                <a:t>Distinguishing Myself from Peers</a:t>
              </a:r>
              <a:endParaRPr lang="en-US" sz="1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0" name="AutoShape 32"/>
          <p:cNvSpPr>
            <a:spLocks noChangeArrowheads="1"/>
          </p:cNvSpPr>
          <p:nvPr/>
        </p:nvSpPr>
        <p:spPr bwMode="auto">
          <a:xfrm>
            <a:off x="588680" y="1361124"/>
            <a:ext cx="2562592" cy="843740"/>
          </a:xfrm>
          <a:prstGeom prst="chevron">
            <a:avLst>
              <a:gd name="adj" fmla="val 24784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  <a:miter lim="800000"/>
            <a:headEnd/>
            <a:tailEnd/>
          </a:ln>
          <a:effectLst/>
        </p:spPr>
        <p:txBody>
          <a:bodyPr tIns="502920"/>
          <a:lstStyle/>
          <a:p>
            <a:pPr eaLnBrk="0" hangingPunct="0"/>
            <a:r>
              <a:rPr lang="en-US" sz="900" b="1" dirty="0" smtClean="0">
                <a:solidFill>
                  <a:schemeClr val="bg1"/>
                </a:solidFill>
              </a:rPr>
              <a:t>IFR Project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21" name="AutoShape 36"/>
          <p:cNvSpPr>
            <a:spLocks noChangeArrowheads="1"/>
          </p:cNvSpPr>
          <p:nvPr/>
        </p:nvSpPr>
        <p:spPr bwMode="auto">
          <a:xfrm flipH="1">
            <a:off x="569248" y="1345863"/>
            <a:ext cx="2606040" cy="426953"/>
          </a:xfrm>
          <a:prstGeom prst="parallelogram">
            <a:avLst>
              <a:gd name="adj" fmla="val 45525"/>
            </a:avLst>
          </a:prstGeom>
          <a:solidFill>
            <a:schemeClr val="tx2"/>
          </a:solidFill>
          <a:ln w="1905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350" b="1" dirty="0" smtClean="0">
                <a:solidFill>
                  <a:schemeClr val="bg1"/>
                </a:solidFill>
              </a:rPr>
              <a:t>Demonstrating </a:t>
            </a:r>
          </a:p>
          <a:p>
            <a:pPr algn="ctr" eaLnBrk="0" hangingPunct="0"/>
            <a:r>
              <a:rPr lang="en-US" sz="1350" b="1" dirty="0" smtClean="0">
                <a:solidFill>
                  <a:schemeClr val="bg1"/>
                </a:solidFill>
              </a:rPr>
              <a:t>Solid Performance</a:t>
            </a:r>
            <a:endParaRPr lang="en-US" sz="1350" b="1" dirty="0">
              <a:solidFill>
                <a:schemeClr val="bg1"/>
              </a:solidFill>
            </a:endParaRPr>
          </a:p>
        </p:txBody>
      </p:sp>
      <p:sp>
        <p:nvSpPr>
          <p:cNvPr id="33" name="Rectangle 59"/>
          <p:cNvSpPr txBox="1">
            <a:spLocks noChangeArrowheads="1"/>
          </p:cNvSpPr>
          <p:nvPr/>
        </p:nvSpPr>
        <p:spPr bwMode="auto">
          <a:xfrm>
            <a:off x="2987824" y="2276872"/>
            <a:ext cx="1800200" cy="1828800"/>
          </a:xfrm>
          <a:prstGeom prst="rect">
            <a:avLst/>
          </a:prstGeom>
          <a:noFill/>
          <a:ln>
            <a:solidFill>
              <a:schemeClr val="hlink"/>
            </a:solidFill>
            <a:miter lim="800000"/>
            <a:headEnd/>
            <a:tailEnd/>
          </a:ln>
        </p:spPr>
        <p:txBody>
          <a:bodyPr lIns="45720" tIns="27432" rIns="45720" bIns="27432" anchor="t" anchorCtr="0"/>
          <a:lstStyle/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100" dirty="0" smtClean="0">
                <a:latin typeface="Arial" pitchFamily="34" charset="0"/>
                <a:cs typeface="Arial" pitchFamily="34" charset="0"/>
              </a:rPr>
              <a:t>Post IFR proactively developed a detailed plan for building skills in payments</a:t>
            </a:r>
          </a:p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100" dirty="0" smtClean="0">
                <a:latin typeface="Arial" pitchFamily="34" charset="0"/>
                <a:cs typeface="Arial" pitchFamily="34" charset="0"/>
              </a:rPr>
              <a:t>Communicated the plan to HR  and Coach</a:t>
            </a:r>
          </a:p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100" dirty="0" smtClean="0">
                <a:latin typeface="Arial" pitchFamily="34" charset="0"/>
                <a:cs typeface="Arial" pitchFamily="34" charset="0"/>
              </a:rPr>
              <a:t>Executed the plan with results below:</a:t>
            </a:r>
            <a:endParaRPr lang="en-AU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6" name="Rectangle 59"/>
          <p:cNvSpPr txBox="1">
            <a:spLocks noChangeArrowheads="1"/>
          </p:cNvSpPr>
          <p:nvPr/>
        </p:nvSpPr>
        <p:spPr bwMode="auto">
          <a:xfrm>
            <a:off x="4932040" y="2276872"/>
            <a:ext cx="1800200" cy="1828800"/>
          </a:xfrm>
          <a:prstGeom prst="rect">
            <a:avLst/>
          </a:prstGeom>
          <a:noFill/>
          <a:ln>
            <a:solidFill>
              <a:schemeClr val="hlink"/>
            </a:solidFill>
            <a:miter lim="800000"/>
            <a:headEnd/>
            <a:tailEnd/>
          </a:ln>
        </p:spPr>
        <p:txBody>
          <a:bodyPr lIns="45720" tIns="27432" rIns="45720" bIns="27432" anchor="t" anchorCtr="0"/>
          <a:lstStyle/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000" dirty="0" smtClean="0">
                <a:latin typeface="Arial" pitchFamily="34" charset="0"/>
                <a:cs typeface="Arial" pitchFamily="34" charset="0"/>
              </a:rPr>
              <a:t>Took Initiative pursuing project outside of my vertical</a:t>
            </a:r>
          </a:p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000" dirty="0" smtClean="0">
                <a:latin typeface="Arial" pitchFamily="34" charset="0"/>
                <a:cs typeface="Arial" pitchFamily="34" charset="0"/>
              </a:rPr>
              <a:t>Learned quickly and added value to: Billing Vendor assessment, Use Case development</a:t>
            </a:r>
          </a:p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000" dirty="0" smtClean="0">
                <a:latin typeface="Arial" pitchFamily="34" charset="0"/>
                <a:cs typeface="Arial" pitchFamily="34" charset="0"/>
              </a:rPr>
              <a:t>Took ownership of new area: logical </a:t>
            </a:r>
            <a:r>
              <a:rPr lang="en-AU" sz="1000" dirty="0" smtClean="0">
                <a:latin typeface="Arial" pitchFamily="34" charset="0"/>
                <a:cs typeface="Arial" pitchFamily="34" charset="0"/>
              </a:rPr>
              <a:t>architecture</a:t>
            </a:r>
            <a:endParaRPr lang="en-AU" sz="10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Rectangle 59"/>
          <p:cNvSpPr txBox="1">
            <a:spLocks noChangeArrowheads="1"/>
          </p:cNvSpPr>
          <p:nvPr/>
        </p:nvSpPr>
        <p:spPr bwMode="auto">
          <a:xfrm>
            <a:off x="6876256" y="2276872"/>
            <a:ext cx="1800200" cy="1828800"/>
          </a:xfrm>
          <a:prstGeom prst="rect">
            <a:avLst/>
          </a:prstGeom>
          <a:noFill/>
          <a:ln>
            <a:solidFill>
              <a:schemeClr val="hlink"/>
            </a:solidFill>
            <a:miter lim="800000"/>
            <a:headEnd/>
            <a:tailEnd/>
          </a:ln>
        </p:spPr>
        <p:txBody>
          <a:bodyPr lIns="45720" tIns="27432" rIns="45720" bIns="27432" anchor="t" anchorCtr="0"/>
          <a:lstStyle/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100" dirty="0" smtClean="0">
                <a:latin typeface="Arial" pitchFamily="34" charset="0"/>
                <a:cs typeface="Arial" pitchFamily="34" charset="0"/>
              </a:rPr>
              <a:t>Took initiative found the  Un/</a:t>
            </a:r>
            <a:r>
              <a:rPr lang="en-AU" sz="1100" dirty="0" err="1" smtClean="0">
                <a:latin typeface="Arial" pitchFamily="34" charset="0"/>
                <a:cs typeface="Arial" pitchFamily="34" charset="0"/>
              </a:rPr>
              <a:t>Underbanked</a:t>
            </a:r>
            <a:r>
              <a:rPr lang="en-AU" sz="1100" dirty="0" smtClean="0">
                <a:latin typeface="Arial" pitchFamily="34" charset="0"/>
                <a:cs typeface="Arial" pitchFamily="34" charset="0"/>
              </a:rPr>
              <a:t> team &amp; joined the Intellectual Capital Team </a:t>
            </a: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100" dirty="0" smtClean="0">
                <a:latin typeface="Arial" pitchFamily="34" charset="0"/>
                <a:cs typeface="Arial" pitchFamily="34" charset="0"/>
              </a:rPr>
              <a:t>Led analysis of several portions of research around innovators, PwC POVs, Competitors, and External Surveys</a:t>
            </a:r>
          </a:p>
        </p:txBody>
      </p:sp>
      <p:sp>
        <p:nvSpPr>
          <p:cNvPr id="38" name="Rectangle 59"/>
          <p:cNvSpPr txBox="1">
            <a:spLocks noChangeArrowheads="1"/>
          </p:cNvSpPr>
          <p:nvPr/>
        </p:nvSpPr>
        <p:spPr bwMode="auto">
          <a:xfrm>
            <a:off x="611560" y="2276872"/>
            <a:ext cx="2304256" cy="1828800"/>
          </a:xfrm>
          <a:prstGeom prst="rect">
            <a:avLst/>
          </a:prstGeom>
          <a:noFill/>
          <a:ln>
            <a:solidFill>
              <a:schemeClr val="hlink"/>
            </a:solidFill>
            <a:miter lim="800000"/>
            <a:headEnd/>
            <a:tailEnd/>
          </a:ln>
        </p:spPr>
        <p:txBody>
          <a:bodyPr lIns="45720" tIns="27432" rIns="45720" bIns="27432" anchor="t" anchorCtr="0"/>
          <a:lstStyle/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000" dirty="0" smtClean="0">
                <a:latin typeface="Arial" pitchFamily="34" charset="0"/>
                <a:cs typeface="Arial" pitchFamily="34" charset="0"/>
              </a:rPr>
              <a:t>Reviewer role on BK Team</a:t>
            </a: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000" dirty="0" smtClean="0">
                <a:latin typeface="Arial" pitchFamily="34" charset="0"/>
                <a:cs typeface="Arial" pitchFamily="34" charset="0"/>
              </a:rPr>
              <a:t>Provided Formal (PFF) and Informal Feedback to multiple associates</a:t>
            </a:r>
          </a:p>
          <a:p>
            <a:pPr marL="228600" lvl="2" indent="-228600"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000" dirty="0" smtClean="0">
                <a:latin typeface="Arial" pitchFamily="34" charset="0"/>
                <a:cs typeface="Arial" pitchFamily="34" charset="0"/>
              </a:rPr>
              <a:t>Developed knowledge of CH 7 and 13 bankruptcy</a:t>
            </a:r>
          </a:p>
          <a:p>
            <a:pPr marL="0" lvl="2">
              <a:buClr>
                <a:schemeClr val="tx1"/>
              </a:buClr>
              <a:defRPr/>
            </a:pPr>
            <a:r>
              <a:rPr lang="en-AU" sz="1000" dirty="0" smtClean="0">
                <a:latin typeface="Arial" pitchFamily="34" charset="0"/>
                <a:cs typeface="Arial" pitchFamily="34" charset="0"/>
              </a:rPr>
              <a:t>Concurrently invested outside of IFR: </a:t>
            </a:r>
          </a:p>
          <a:p>
            <a:pPr marL="0" lvl="2"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000" dirty="0" smtClean="0">
                <a:latin typeface="Arial" pitchFamily="34" charset="0"/>
                <a:cs typeface="Arial" pitchFamily="34" charset="0"/>
              </a:rPr>
              <a:t> Attended </a:t>
            </a:r>
            <a:r>
              <a:rPr lang="en-AU" sz="1000" dirty="0" err="1" smtClean="0">
                <a:latin typeface="Arial" pitchFamily="34" charset="0"/>
                <a:cs typeface="Arial" pitchFamily="34" charset="0"/>
              </a:rPr>
              <a:t>Mpls</a:t>
            </a:r>
            <a:r>
              <a:rPr lang="en-AU" sz="1000" dirty="0" smtClean="0">
                <a:latin typeface="Arial" pitchFamily="34" charset="0"/>
                <a:cs typeface="Arial" pitchFamily="34" charset="0"/>
              </a:rPr>
              <a:t> bus dev event,  </a:t>
            </a:r>
          </a:p>
          <a:p>
            <a:pPr marL="0" lvl="2"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sz="1000" dirty="0" err="1" smtClean="0">
                <a:latin typeface="Arial" pitchFamily="34" charset="0"/>
                <a:cs typeface="Arial" pitchFamily="34" charset="0"/>
              </a:rPr>
              <a:t>Panelist</a:t>
            </a:r>
            <a:r>
              <a:rPr lang="en-AU" sz="1000" dirty="0" smtClean="0">
                <a:latin typeface="Arial" pitchFamily="34" charset="0"/>
                <a:cs typeface="Arial" pitchFamily="34" charset="0"/>
              </a:rPr>
              <a:t> representing PwC at UMN</a:t>
            </a:r>
            <a:endParaRPr lang="en-AU" sz="1200" dirty="0" smtClean="0">
              <a:latin typeface="Arial" pitchFamily="34" charset="0"/>
              <a:cs typeface="Arial" pitchFamily="34" charset="0"/>
            </a:endParaRPr>
          </a:p>
          <a:p>
            <a:pPr marL="0" lvl="2"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000" dirty="0" smtClean="0">
                <a:latin typeface="Arial" pitchFamily="34" charset="0"/>
                <a:cs typeface="Arial" pitchFamily="34" charset="0"/>
              </a:rPr>
              <a:t> Input into </a:t>
            </a:r>
            <a:r>
              <a:rPr lang="en-AU" sz="1000" dirty="0" err="1" smtClean="0">
                <a:latin typeface="Arial" pitchFamily="34" charset="0"/>
                <a:cs typeface="Arial" pitchFamily="34" charset="0"/>
              </a:rPr>
              <a:t>mnpls</a:t>
            </a:r>
            <a:r>
              <a:rPr lang="en-AU" sz="1000" dirty="0" smtClean="0">
                <a:latin typeface="Arial" pitchFamily="34" charset="0"/>
                <a:cs typeface="Arial" pitchFamily="34" charset="0"/>
              </a:rPr>
              <a:t>  Advisory case  for recruiting at UMN (after </a:t>
            </a:r>
            <a:r>
              <a:rPr lang="en-AU" sz="1000" dirty="0" err="1" smtClean="0">
                <a:latin typeface="Arial" pitchFamily="34" charset="0"/>
                <a:cs typeface="Arial" pitchFamily="34" charset="0"/>
              </a:rPr>
              <a:t>ifr</a:t>
            </a:r>
            <a:r>
              <a:rPr lang="en-AU" sz="1000" dirty="0" smtClean="0">
                <a:latin typeface="Arial" pitchFamily="34" charset="0"/>
                <a:cs typeface="Arial" pitchFamily="34" charset="0"/>
              </a:rPr>
              <a:t> timeframe)</a:t>
            </a:r>
          </a:p>
        </p:txBody>
      </p:sp>
      <p:sp>
        <p:nvSpPr>
          <p:cNvPr id="39" name="Rectangle 59"/>
          <p:cNvSpPr txBox="1">
            <a:spLocks noChangeArrowheads="1"/>
          </p:cNvSpPr>
          <p:nvPr/>
        </p:nvSpPr>
        <p:spPr bwMode="auto">
          <a:xfrm>
            <a:off x="2987824" y="4365104"/>
            <a:ext cx="1800200" cy="2448272"/>
          </a:xfrm>
          <a:prstGeom prst="rect">
            <a:avLst/>
          </a:prstGeom>
          <a:noFill/>
          <a:ln>
            <a:solidFill>
              <a:schemeClr val="hlink"/>
            </a:solidFill>
            <a:miter lim="800000"/>
            <a:headEnd/>
            <a:tailEnd/>
          </a:ln>
        </p:spPr>
        <p:txBody>
          <a:bodyPr lIns="45720" tIns="27432" rIns="45720" bIns="27432" anchor="t" anchorCtr="0"/>
          <a:lstStyle/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000" dirty="0" smtClean="0">
                <a:latin typeface="Arial" pitchFamily="34" charset="0"/>
                <a:cs typeface="Arial" pitchFamily="34" charset="0"/>
              </a:rPr>
              <a:t>As a result I am the Project Manager for upcoming Credit Payments Training (June 16)</a:t>
            </a: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000" dirty="0" smtClean="0">
                <a:latin typeface="Arial" pitchFamily="34" charset="0"/>
                <a:cs typeface="Arial" pitchFamily="34" charset="0"/>
              </a:rPr>
              <a:t>Completed 16 hours or  research work related to  Payments </a:t>
            </a: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000" dirty="0" smtClean="0">
                <a:latin typeface="Arial" pitchFamily="34" charset="0"/>
                <a:cs typeface="Arial" pitchFamily="34" charset="0"/>
              </a:rPr>
              <a:t>Established new relationships with: 4 Directors, 1 Manager and </a:t>
            </a:r>
            <a:r>
              <a:rPr lang="en-AU" sz="1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 Partner </a:t>
            </a:r>
            <a:r>
              <a:rPr lang="en-AU" sz="1000" dirty="0" smtClean="0">
                <a:latin typeface="Arial" pitchFamily="34" charset="0"/>
                <a:cs typeface="Arial" pitchFamily="34" charset="0"/>
              </a:rPr>
              <a:t>in payments</a:t>
            </a: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000" dirty="0" smtClean="0">
                <a:latin typeface="Arial" pitchFamily="34" charset="0"/>
                <a:cs typeface="Arial" pitchFamily="34" charset="0"/>
              </a:rPr>
              <a:t>Reinforced relationships with 1 Director in payments</a:t>
            </a: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endParaRPr lang="en-AU" sz="1000" dirty="0" smtClean="0">
              <a:latin typeface="Arial" pitchFamily="34" charset="0"/>
              <a:cs typeface="Arial" pitchFamily="34" charset="0"/>
            </a:endParaRP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endParaRPr lang="en-AU" sz="1000" dirty="0" smtClean="0">
              <a:latin typeface="Arial" pitchFamily="34" charset="0"/>
              <a:cs typeface="Arial" pitchFamily="34" charset="0"/>
            </a:endParaRPr>
          </a:p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endParaRPr lang="en-AU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Rectangle 59"/>
          <p:cNvSpPr txBox="1">
            <a:spLocks noChangeArrowheads="1"/>
          </p:cNvSpPr>
          <p:nvPr/>
        </p:nvSpPr>
        <p:spPr bwMode="auto">
          <a:xfrm>
            <a:off x="4932040" y="4365104"/>
            <a:ext cx="1800200" cy="2448272"/>
          </a:xfrm>
          <a:prstGeom prst="rect">
            <a:avLst/>
          </a:prstGeom>
          <a:noFill/>
          <a:ln>
            <a:solidFill>
              <a:schemeClr val="hlink"/>
            </a:solidFill>
            <a:miter lim="800000"/>
            <a:headEnd/>
            <a:tailEnd/>
          </a:ln>
        </p:spPr>
        <p:txBody>
          <a:bodyPr lIns="45720" tIns="27432" rIns="45720" bIns="27432" anchor="t" anchorCtr="0"/>
          <a:lstStyle/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000" dirty="0" smtClean="0">
                <a:latin typeface="Arial" pitchFamily="34" charset="0"/>
                <a:cs typeface="Arial" pitchFamily="34" charset="0"/>
              </a:rPr>
              <a:t>“</a:t>
            </a:r>
            <a:r>
              <a:rPr lang="en-US" sz="1000" dirty="0" smtClean="0">
                <a:latin typeface="Arial" pitchFamily="34" charset="0"/>
                <a:cs typeface="Arial" pitchFamily="34" charset="0"/>
              </a:rPr>
              <a:t>one of the most dedicated, diligent, and professional consultants I have worked with</a:t>
            </a:r>
            <a:r>
              <a:rPr lang="en-US" sz="1000" dirty="0" smtClean="0">
                <a:latin typeface="Arial" pitchFamily="34" charset="0"/>
                <a:cs typeface="Arial" pitchFamily="34" charset="0"/>
              </a:rPr>
              <a:t>.”</a:t>
            </a: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000" dirty="0" smtClean="0">
                <a:latin typeface="Arial" pitchFamily="34" charset="0"/>
                <a:cs typeface="Arial" pitchFamily="34" charset="0"/>
              </a:rPr>
              <a:t>“His </a:t>
            </a:r>
            <a:r>
              <a:rPr lang="en-US" sz="1000" dirty="0" smtClean="0">
                <a:latin typeface="Arial" pitchFamily="34" charset="0"/>
                <a:cs typeface="Arial" pitchFamily="34" charset="0"/>
              </a:rPr>
              <a:t>analytical skills and </a:t>
            </a:r>
            <a:r>
              <a:rPr lang="en-US" sz="1000" dirty="0" smtClean="0">
                <a:latin typeface="Arial" pitchFamily="34" charset="0"/>
                <a:cs typeface="Arial" pitchFamily="34" charset="0"/>
              </a:rPr>
              <a:t>creativity </a:t>
            </a:r>
            <a:r>
              <a:rPr lang="en-US" sz="1000" dirty="0" smtClean="0">
                <a:latin typeface="Arial" pitchFamily="34" charset="0"/>
                <a:cs typeface="Arial" pitchFamily="34" charset="0"/>
              </a:rPr>
              <a:t>are outstanding</a:t>
            </a:r>
            <a:r>
              <a:rPr lang="en-US" sz="1000" dirty="0" smtClean="0">
                <a:latin typeface="Arial" pitchFamily="34" charset="0"/>
                <a:cs typeface="Arial" pitchFamily="34" charset="0"/>
              </a:rPr>
              <a:t>.”</a:t>
            </a: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000" dirty="0" smtClean="0">
                <a:latin typeface="Arial" pitchFamily="34" charset="0"/>
                <a:cs typeface="Arial" pitchFamily="34" charset="0"/>
              </a:rPr>
              <a:t>“Ore always exceeded expectations and kept the engagement director </a:t>
            </a:r>
            <a:r>
              <a:rPr lang="en-US" sz="1000" dirty="0" smtClean="0">
                <a:latin typeface="Arial" pitchFamily="34" charset="0"/>
                <a:cs typeface="Arial" pitchFamily="34" charset="0"/>
              </a:rPr>
              <a:t>informed.</a:t>
            </a:r>
            <a:endParaRPr lang="en-US" sz="1000" dirty="0" smtClean="0">
              <a:latin typeface="Arial" pitchFamily="34" charset="0"/>
              <a:cs typeface="Arial" pitchFamily="34" charset="0"/>
            </a:endParaRP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000" dirty="0" smtClean="0">
                <a:latin typeface="Arial" pitchFamily="34" charset="0"/>
                <a:cs typeface="Arial" pitchFamily="34" charset="0"/>
              </a:rPr>
              <a:t>“he </a:t>
            </a:r>
            <a:r>
              <a:rPr lang="en-US" sz="1000" dirty="0" smtClean="0">
                <a:latin typeface="Arial" pitchFamily="34" charset="0"/>
                <a:cs typeface="Arial" pitchFamily="34" charset="0"/>
              </a:rPr>
              <a:t>is certainly a team player and always went above and beyond</a:t>
            </a:r>
            <a:r>
              <a:rPr lang="en-US" sz="1000" dirty="0" smtClean="0">
                <a:latin typeface="Arial" pitchFamily="34" charset="0"/>
                <a:cs typeface="Arial" pitchFamily="34" charset="0"/>
              </a:rPr>
              <a:t>.”</a:t>
            </a: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000" dirty="0" smtClean="0">
                <a:latin typeface="Arial" pitchFamily="34" charset="0"/>
                <a:cs typeface="Arial" pitchFamily="34" charset="0"/>
              </a:rPr>
              <a:t>“I </a:t>
            </a:r>
            <a:r>
              <a:rPr lang="en-US" sz="1000" dirty="0" smtClean="0">
                <a:latin typeface="Arial" pitchFamily="34" charset="0"/>
                <a:cs typeface="Arial" pitchFamily="34" charset="0"/>
              </a:rPr>
              <a:t>would also like to see Ore have the opportunity to manage others (PwC or client) -- he has already demonstrated the </a:t>
            </a:r>
            <a:r>
              <a:rPr lang="en-US" sz="1000" dirty="0" err="1" smtClean="0">
                <a:latin typeface="Arial" pitchFamily="34" charset="0"/>
                <a:cs typeface="Arial" pitchFamily="34" charset="0"/>
              </a:rPr>
              <a:t>skillset</a:t>
            </a:r>
            <a:r>
              <a:rPr lang="en-US" sz="1000" dirty="0" smtClean="0">
                <a:latin typeface="Arial" pitchFamily="34" charset="0"/>
                <a:cs typeface="Arial" pitchFamily="34" charset="0"/>
              </a:rPr>
              <a:t> to quickly move to the next level</a:t>
            </a:r>
            <a:r>
              <a:rPr lang="en-US" sz="1000" dirty="0" smtClean="0">
                <a:latin typeface="Arial" pitchFamily="34" charset="0"/>
                <a:cs typeface="Arial" pitchFamily="34" charset="0"/>
              </a:rPr>
              <a:t>.”</a:t>
            </a:r>
          </a:p>
        </p:txBody>
      </p:sp>
      <p:sp>
        <p:nvSpPr>
          <p:cNvPr id="41" name="Rectangle 59"/>
          <p:cNvSpPr txBox="1">
            <a:spLocks noChangeArrowheads="1"/>
          </p:cNvSpPr>
          <p:nvPr/>
        </p:nvSpPr>
        <p:spPr bwMode="auto">
          <a:xfrm>
            <a:off x="6876256" y="4365104"/>
            <a:ext cx="1800200" cy="2448272"/>
          </a:xfrm>
          <a:prstGeom prst="rect">
            <a:avLst/>
          </a:prstGeom>
          <a:noFill/>
          <a:ln>
            <a:solidFill>
              <a:schemeClr val="hlink"/>
            </a:solidFill>
            <a:miter lim="800000"/>
            <a:headEnd/>
            <a:tailEnd/>
          </a:ln>
        </p:spPr>
        <p:txBody>
          <a:bodyPr lIns="45720" tIns="27432" rIns="45720" bIns="27432" anchor="t" anchorCtr="0"/>
          <a:lstStyle/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000" dirty="0" smtClean="0">
                <a:latin typeface="Arial" pitchFamily="34" charset="0"/>
                <a:cs typeface="Arial" pitchFamily="34" charset="0"/>
              </a:rPr>
              <a:t>“well-exceeded any expectation for SA” &amp; “did exceptional job helping kick-off un/</a:t>
            </a:r>
            <a:r>
              <a:rPr lang="en-AU" sz="1000" dirty="0" err="1" smtClean="0">
                <a:latin typeface="Arial" pitchFamily="34" charset="0"/>
                <a:cs typeface="Arial" pitchFamily="34" charset="0"/>
              </a:rPr>
              <a:t>underbanked</a:t>
            </a:r>
            <a:r>
              <a:rPr lang="en-AU" sz="1000" dirty="0" smtClean="0">
                <a:latin typeface="Arial" pitchFamily="34" charset="0"/>
                <a:cs typeface="Arial" pitchFamily="34" charset="0"/>
              </a:rPr>
              <a:t> task force”</a:t>
            </a: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000" dirty="0" smtClean="0">
                <a:latin typeface="Arial" pitchFamily="34" charset="0"/>
                <a:cs typeface="Arial" pitchFamily="34" charset="0"/>
              </a:rPr>
              <a:t>Delivered market sizing analysis which “played a key role in obtaining approval for developing POV” ...Content shared with multiple parties</a:t>
            </a: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000" dirty="0" smtClean="0">
                <a:latin typeface="Arial" pitchFamily="34" charset="0"/>
                <a:cs typeface="Arial" pitchFamily="34" charset="0"/>
              </a:rPr>
              <a:t>“Contributed to PwC’s prepaid business case, strengthening PwC’s financial model” </a:t>
            </a:r>
          </a:p>
        </p:txBody>
      </p:sp>
      <p:sp>
        <p:nvSpPr>
          <p:cNvPr id="42" name="Rectangle 41"/>
          <p:cNvSpPr>
            <a:spLocks noChangeArrowheads="1"/>
          </p:cNvSpPr>
          <p:nvPr/>
        </p:nvSpPr>
        <p:spPr bwMode="auto">
          <a:xfrm rot="16200000">
            <a:off x="-557729" y="3008392"/>
            <a:ext cx="1828800" cy="365760"/>
          </a:xfrm>
          <a:prstGeom prst="rect">
            <a:avLst/>
          </a:prstGeom>
          <a:solidFill>
            <a:schemeClr val="folHlink"/>
          </a:solidFill>
          <a:ln w="12700" algn="ctr">
            <a:solidFill>
              <a:schemeClr val="tx2"/>
            </a:solidFill>
            <a:miter lim="800000"/>
            <a:headEnd/>
            <a:tailEnd/>
          </a:ln>
        </p:spPr>
        <p:txBody>
          <a:bodyPr lIns="45720" tIns="27432" rIns="45720" bIns="27432" anchor="ctr"/>
          <a:lstStyle/>
          <a:p>
            <a:pPr algn="ctr">
              <a:spcAft>
                <a:spcPts val="400"/>
              </a:spcAft>
            </a:pPr>
            <a:r>
              <a:rPr lang="en-AU" sz="1400" dirty="0" smtClean="0">
                <a:solidFill>
                  <a:schemeClr val="bg2"/>
                </a:solidFill>
                <a:latin typeface="Arial" pitchFamily="34" charset="0"/>
                <a:cs typeface="Arial" pitchFamily="34" charset="0"/>
              </a:rPr>
              <a:t>Actions</a:t>
            </a:r>
            <a:endParaRPr lang="en-AU" sz="1400" dirty="0">
              <a:solidFill>
                <a:schemeClr val="bg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3" name="Rectangle 42"/>
          <p:cNvSpPr>
            <a:spLocks noChangeArrowheads="1"/>
          </p:cNvSpPr>
          <p:nvPr/>
        </p:nvSpPr>
        <p:spPr bwMode="auto">
          <a:xfrm rot="16200000">
            <a:off x="-877769" y="5396056"/>
            <a:ext cx="2468880" cy="365760"/>
          </a:xfrm>
          <a:prstGeom prst="rect">
            <a:avLst/>
          </a:prstGeom>
          <a:solidFill>
            <a:schemeClr val="folHlink"/>
          </a:solidFill>
          <a:ln w="12700" algn="ctr">
            <a:solidFill>
              <a:schemeClr val="tx2"/>
            </a:solidFill>
            <a:miter lim="800000"/>
            <a:headEnd/>
            <a:tailEnd/>
          </a:ln>
        </p:spPr>
        <p:txBody>
          <a:bodyPr lIns="45720" tIns="27432" rIns="45720" bIns="27432" anchor="ctr"/>
          <a:lstStyle/>
          <a:p>
            <a:pPr algn="ctr">
              <a:spcAft>
                <a:spcPts val="400"/>
              </a:spcAft>
            </a:pPr>
            <a:r>
              <a:rPr lang="en-AU" sz="1400" dirty="0" smtClean="0">
                <a:solidFill>
                  <a:schemeClr val="bg2"/>
                </a:solidFill>
                <a:latin typeface="Arial" pitchFamily="34" charset="0"/>
                <a:cs typeface="Arial" pitchFamily="34" charset="0"/>
              </a:rPr>
              <a:t>Results &amp; Impact</a:t>
            </a:r>
            <a:endParaRPr lang="en-AU" sz="1400" dirty="0">
              <a:solidFill>
                <a:schemeClr val="bg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4" name="Rectangle 59"/>
          <p:cNvSpPr txBox="1">
            <a:spLocks noChangeArrowheads="1"/>
          </p:cNvSpPr>
          <p:nvPr/>
        </p:nvSpPr>
        <p:spPr bwMode="auto">
          <a:xfrm>
            <a:off x="611560" y="4365104"/>
            <a:ext cx="2304288" cy="2448272"/>
          </a:xfrm>
          <a:prstGeom prst="rect">
            <a:avLst/>
          </a:prstGeom>
          <a:noFill/>
          <a:ln>
            <a:solidFill>
              <a:schemeClr val="hlink"/>
            </a:solidFill>
            <a:miter lim="800000"/>
            <a:headEnd/>
            <a:tailEnd/>
          </a:ln>
        </p:spPr>
        <p:txBody>
          <a:bodyPr lIns="45720" tIns="27432" rIns="45720" bIns="27432" anchor="t" anchorCtr="0"/>
          <a:lstStyle/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100" dirty="0" smtClean="0">
                <a:latin typeface="Arial" pitchFamily="34" charset="0"/>
                <a:cs typeface="Arial" pitchFamily="34" charset="0"/>
              </a:rPr>
              <a:t>“</a:t>
            </a:r>
            <a:r>
              <a:rPr lang="en-US" sz="1100" dirty="0" smtClean="0">
                <a:latin typeface="Arial" pitchFamily="34" charset="0"/>
                <a:cs typeface="Arial" pitchFamily="34" charset="0"/>
              </a:rPr>
              <a:t>Overall, I would rate Ore as a </a:t>
            </a:r>
            <a:r>
              <a:rPr lang="en-US" sz="1100" b="1" dirty="0" smtClean="0">
                <a:latin typeface="Arial" pitchFamily="34" charset="0"/>
                <a:cs typeface="Arial" pitchFamily="34" charset="0"/>
              </a:rPr>
              <a:t>solid performer</a:t>
            </a:r>
            <a:r>
              <a:rPr lang="en-US" sz="1100" dirty="0" smtClean="0">
                <a:latin typeface="Arial" pitchFamily="34" charset="0"/>
                <a:cs typeface="Arial" pitchFamily="34" charset="0"/>
              </a:rPr>
              <a:t> and…”</a:t>
            </a:r>
            <a:endParaRPr lang="en-AU" sz="1100" dirty="0" smtClean="0">
              <a:latin typeface="Arial" pitchFamily="34" charset="0"/>
              <a:cs typeface="Arial" pitchFamily="34" charset="0"/>
            </a:endParaRPr>
          </a:p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100" dirty="0" smtClean="0">
                <a:latin typeface="Arial" pitchFamily="34" charset="0"/>
                <a:cs typeface="Arial" pitchFamily="34" charset="0"/>
              </a:rPr>
              <a:t>“Impressed his managers and peers with his work ethic and diligence” showed “Ability to be very attentive to detail”</a:t>
            </a: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100" dirty="0" smtClean="0">
                <a:latin typeface="Arial" pitchFamily="34" charset="0"/>
                <a:cs typeface="Arial" pitchFamily="34" charset="0"/>
              </a:rPr>
              <a:t>“</a:t>
            </a:r>
            <a:r>
              <a:rPr lang="en-US" sz="1100" dirty="0" smtClean="0">
                <a:latin typeface="Arial" pitchFamily="34" charset="0"/>
                <a:cs typeface="Arial" pitchFamily="34" charset="0"/>
              </a:rPr>
              <a:t>communicates with a lot of clarity, purpose and honesty and….</a:t>
            </a:r>
            <a:endParaRPr lang="en-AU" sz="1100" dirty="0" smtClean="0">
              <a:latin typeface="Arial" pitchFamily="34" charset="0"/>
              <a:cs typeface="Arial" pitchFamily="34" charset="0"/>
            </a:endParaRP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100" dirty="0" smtClean="0">
                <a:latin typeface="Arial" pitchFamily="34" charset="0"/>
                <a:cs typeface="Arial" pitchFamily="34" charset="0"/>
              </a:rPr>
              <a:t>“Was one of the early adopters of Spark and…”</a:t>
            </a:r>
            <a:endParaRPr lang="en-AU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5" name="AutoShape 7"/>
          <p:cNvSpPr>
            <a:spLocks noChangeArrowheads="1"/>
          </p:cNvSpPr>
          <p:nvPr/>
        </p:nvSpPr>
        <p:spPr bwMode="auto">
          <a:xfrm rot="10800000">
            <a:off x="2339753" y="4155935"/>
            <a:ext cx="4480560" cy="13716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  <a:headEnd type="none" w="sm" len="sm"/>
            <a:tailEnd type="none" w="med" len="lg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ot="10800000" wrap="none" tIns="91440" bIns="9144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hangingPunct="0">
              <a:lnSpc>
                <a:spcPct val="95000"/>
              </a:lnSpc>
              <a:spcBef>
                <a:spcPct val="35000"/>
              </a:spcBef>
              <a:spcAft>
                <a:spcPct val="20000"/>
              </a:spcAft>
              <a:buSzPct val="90000"/>
              <a:buFontTx/>
              <a:buChar char="•"/>
              <a:defRPr/>
            </a:pPr>
            <a:endParaRPr lang="en-GB" sz="800" dirty="0">
              <a:effectLst>
                <a:outerShdw blurRad="38100" dist="38100" dir="2700000" algn="tl">
                  <a:srgbClr val="000000"/>
                </a:outerShdw>
              </a:effectLst>
              <a:ea typeface="ヒラギノ角ゴ Pro W3" pitchFamily="-76" charset="-128"/>
              <a:cs typeface="+mn-cs"/>
            </a:endParaRPr>
          </a:p>
        </p:txBody>
      </p:sp>
      <p:sp>
        <p:nvSpPr>
          <p:cNvPr id="50" name="Cloud 49"/>
          <p:cNvSpPr/>
          <p:nvPr/>
        </p:nvSpPr>
        <p:spPr bwMode="ltGray">
          <a:xfrm>
            <a:off x="7740352" y="869465"/>
            <a:ext cx="1403648" cy="759335"/>
          </a:xfrm>
          <a:prstGeom prst="cloud">
            <a:avLst/>
          </a:prstGeom>
          <a:solidFill>
            <a:srgbClr val="CCFF99"/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101882" tIns="50941" rIns="101882" bIns="50941" anchor="ctr"/>
          <a:lstStyle/>
          <a:p>
            <a:pPr algn="ctr">
              <a:defRPr/>
            </a:pPr>
            <a:r>
              <a:rPr lang="en-US" sz="1200" b="1" dirty="0" smtClean="0">
                <a:solidFill>
                  <a:schemeClr val="tx1"/>
                </a:solidFill>
              </a:rPr>
              <a:t>5 yr w/PwC milestone</a:t>
            </a:r>
            <a:endParaRPr lang="en-US" sz="1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90562"/>
            <a:ext cx="8077200" cy="369332"/>
          </a:xfrm>
        </p:spPr>
        <p:txBody>
          <a:bodyPr/>
          <a:lstStyle/>
          <a:p>
            <a:r>
              <a:rPr lang="en-US" dirty="0" smtClean="0"/>
              <a:t>My FY13 Story </a:t>
            </a:r>
            <a:endParaRPr lang="en-GB" b="0" i="0" dirty="0"/>
          </a:p>
        </p:txBody>
      </p:sp>
      <p:grpSp>
        <p:nvGrpSpPr>
          <p:cNvPr id="3" name="Group 20"/>
          <p:cNvGrpSpPr/>
          <p:nvPr/>
        </p:nvGrpSpPr>
        <p:grpSpPr>
          <a:xfrm>
            <a:off x="3059832" y="1196752"/>
            <a:ext cx="5760640" cy="864096"/>
            <a:chOff x="2523744" y="2170952"/>
            <a:chExt cx="4045938" cy="753992"/>
          </a:xfrm>
        </p:grpSpPr>
        <p:sp>
          <p:nvSpPr>
            <p:cNvPr id="19" name="AutoShape 32"/>
            <p:cNvSpPr>
              <a:spLocks noChangeArrowheads="1"/>
            </p:cNvSpPr>
            <p:nvPr/>
          </p:nvSpPr>
          <p:spPr bwMode="auto">
            <a:xfrm>
              <a:off x="2523744" y="2175385"/>
              <a:ext cx="1365504" cy="736230"/>
            </a:xfrm>
            <a:prstGeom prst="chevron">
              <a:avLst>
                <a:gd name="adj" fmla="val 24784"/>
              </a:avLst>
            </a:prstGeom>
            <a:solidFill>
              <a:schemeClr val="tx2">
                <a:lumMod val="60000"/>
                <a:lumOff val="40000"/>
              </a:schemeClr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tIns="502920"/>
            <a:lstStyle/>
            <a:p>
              <a:pPr eaLnBrk="0" hangingPunct="0"/>
              <a:r>
                <a:rPr lang="en-US" sz="900" dirty="0" smtClean="0">
                  <a:solidFill>
                    <a:schemeClr val="bg1"/>
                  </a:solidFill>
                </a:rPr>
                <a:t>Payments Skill set and Relationships Building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23" name="AutoShape 34"/>
            <p:cNvSpPr>
              <a:spLocks noChangeArrowheads="1"/>
            </p:cNvSpPr>
            <p:nvPr/>
          </p:nvSpPr>
          <p:spPr bwMode="auto">
            <a:xfrm>
              <a:off x="5207790" y="2175386"/>
              <a:ext cx="1361892" cy="736230"/>
            </a:xfrm>
            <a:prstGeom prst="chevron">
              <a:avLst>
                <a:gd name="adj" fmla="val 24784"/>
              </a:avLst>
            </a:prstGeom>
            <a:solidFill>
              <a:schemeClr val="tx2">
                <a:lumMod val="60000"/>
                <a:lumOff val="40000"/>
              </a:schemeClr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tIns="502920"/>
            <a:lstStyle/>
            <a:p>
              <a:pPr eaLnBrk="0" hangingPunct="0"/>
              <a:r>
                <a:rPr lang="en-US" sz="900" dirty="0" err="1" smtClean="0">
                  <a:solidFill>
                    <a:schemeClr val="bg1"/>
                  </a:solidFill>
                </a:rPr>
                <a:t>Underbanked</a:t>
              </a:r>
              <a:r>
                <a:rPr lang="en-US" sz="900" dirty="0" smtClean="0">
                  <a:solidFill>
                    <a:schemeClr val="bg1"/>
                  </a:solidFill>
                </a:rPr>
                <a:t> POV (August to Present)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24" name="AutoShape 35"/>
            <p:cNvSpPr>
              <a:spLocks noChangeArrowheads="1"/>
            </p:cNvSpPr>
            <p:nvPr/>
          </p:nvSpPr>
          <p:spPr bwMode="auto">
            <a:xfrm>
              <a:off x="3840481" y="2188714"/>
              <a:ext cx="1414271" cy="736230"/>
            </a:xfrm>
            <a:prstGeom prst="chevron">
              <a:avLst>
                <a:gd name="adj" fmla="val 24784"/>
              </a:avLst>
            </a:prstGeom>
            <a:solidFill>
              <a:schemeClr val="tx2">
                <a:lumMod val="60000"/>
                <a:lumOff val="40000"/>
              </a:schemeClr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tIns="502920"/>
            <a:lstStyle/>
            <a:p>
              <a:pPr eaLnBrk="0" hangingPunct="0"/>
              <a:r>
                <a:rPr lang="en-US" sz="900" dirty="0" smtClean="0">
                  <a:solidFill>
                    <a:schemeClr val="bg1"/>
                  </a:solidFill>
                </a:rPr>
                <a:t>Customer Impact Project (40% of chargeable time)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25" name="AutoShape 36"/>
            <p:cNvSpPr>
              <a:spLocks noChangeArrowheads="1"/>
            </p:cNvSpPr>
            <p:nvPr/>
          </p:nvSpPr>
          <p:spPr bwMode="auto">
            <a:xfrm flipH="1">
              <a:off x="2523744" y="2170952"/>
              <a:ext cx="4045938" cy="372550"/>
            </a:xfrm>
            <a:prstGeom prst="parallelogram">
              <a:avLst>
                <a:gd name="adj" fmla="val 45525"/>
              </a:avLst>
            </a:prstGeom>
            <a:solidFill>
              <a:schemeClr val="tx2"/>
            </a:solidFill>
            <a:ln w="19050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1400" b="1" dirty="0" smtClean="0">
                  <a:solidFill>
                    <a:schemeClr val="bg1"/>
                  </a:solidFill>
                </a:rPr>
                <a:t>Distinguishing Myself from Peers</a:t>
              </a:r>
              <a:endParaRPr lang="en-US" sz="1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0" name="AutoShape 32"/>
          <p:cNvSpPr>
            <a:spLocks noChangeArrowheads="1"/>
          </p:cNvSpPr>
          <p:nvPr/>
        </p:nvSpPr>
        <p:spPr bwMode="auto">
          <a:xfrm>
            <a:off x="588680" y="1217108"/>
            <a:ext cx="2562592" cy="843740"/>
          </a:xfrm>
          <a:prstGeom prst="chevron">
            <a:avLst>
              <a:gd name="adj" fmla="val 24784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  <a:miter lim="800000"/>
            <a:headEnd/>
            <a:tailEnd/>
          </a:ln>
          <a:effectLst/>
        </p:spPr>
        <p:txBody>
          <a:bodyPr tIns="502920"/>
          <a:lstStyle/>
          <a:p>
            <a:pPr eaLnBrk="0" hangingPunct="0"/>
            <a:r>
              <a:rPr lang="en-US" sz="900" b="1" dirty="0" smtClean="0">
                <a:solidFill>
                  <a:schemeClr val="bg1"/>
                </a:solidFill>
              </a:rPr>
              <a:t>IFR Project (~60% of chargeable time)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21" name="AutoShape 36"/>
          <p:cNvSpPr>
            <a:spLocks noChangeArrowheads="1"/>
          </p:cNvSpPr>
          <p:nvPr/>
        </p:nvSpPr>
        <p:spPr bwMode="auto">
          <a:xfrm flipH="1">
            <a:off x="569248" y="1201847"/>
            <a:ext cx="2606040" cy="426953"/>
          </a:xfrm>
          <a:prstGeom prst="parallelogram">
            <a:avLst>
              <a:gd name="adj" fmla="val 45525"/>
            </a:avLst>
          </a:prstGeom>
          <a:solidFill>
            <a:schemeClr val="tx2"/>
          </a:solidFill>
          <a:ln w="1905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350" b="1" dirty="0" smtClean="0">
                <a:solidFill>
                  <a:schemeClr val="bg1"/>
                </a:solidFill>
              </a:rPr>
              <a:t>Demonstrating </a:t>
            </a:r>
          </a:p>
          <a:p>
            <a:pPr algn="ctr" eaLnBrk="0" hangingPunct="0"/>
            <a:r>
              <a:rPr lang="en-US" sz="1350" b="1" dirty="0" smtClean="0">
                <a:solidFill>
                  <a:schemeClr val="bg1"/>
                </a:solidFill>
              </a:rPr>
              <a:t>Solid Performance</a:t>
            </a:r>
            <a:endParaRPr lang="en-US" sz="1350" b="1" dirty="0">
              <a:solidFill>
                <a:schemeClr val="bg1"/>
              </a:solidFill>
            </a:endParaRPr>
          </a:p>
        </p:txBody>
      </p:sp>
      <p:sp>
        <p:nvSpPr>
          <p:cNvPr id="33" name="Rectangle 59"/>
          <p:cNvSpPr txBox="1">
            <a:spLocks noChangeArrowheads="1"/>
          </p:cNvSpPr>
          <p:nvPr/>
        </p:nvSpPr>
        <p:spPr bwMode="auto">
          <a:xfrm>
            <a:off x="2987824" y="2132856"/>
            <a:ext cx="1800200" cy="1828800"/>
          </a:xfrm>
          <a:prstGeom prst="rect">
            <a:avLst/>
          </a:prstGeom>
          <a:noFill/>
          <a:ln>
            <a:solidFill>
              <a:schemeClr val="hlink"/>
            </a:solidFill>
            <a:miter lim="800000"/>
            <a:headEnd/>
            <a:tailEnd/>
          </a:ln>
        </p:spPr>
        <p:txBody>
          <a:bodyPr lIns="45720" tIns="27432" rIns="45720" bIns="27432" anchor="t" anchorCtr="0"/>
          <a:lstStyle/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200" dirty="0" smtClean="0">
                <a:latin typeface="Arial" pitchFamily="34" charset="0"/>
                <a:cs typeface="Arial" pitchFamily="34" charset="0"/>
              </a:rPr>
              <a:t>Completed 4 Payments Trainings</a:t>
            </a:r>
          </a:p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200" dirty="0" smtClean="0">
                <a:latin typeface="Arial" pitchFamily="34" charset="0"/>
                <a:cs typeface="Arial" pitchFamily="34" charset="0"/>
              </a:rPr>
              <a:t>Established new relationships with 4 Directors, 1 Manager and 1 Partner (in payments)</a:t>
            </a:r>
          </a:p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200" dirty="0" smtClean="0">
                <a:latin typeface="Arial" pitchFamily="34" charset="0"/>
                <a:cs typeface="Arial" pitchFamily="34" charset="0"/>
              </a:rPr>
              <a:t>Participated in Payments COI calls</a:t>
            </a:r>
            <a:endParaRPr lang="en-AU" sz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6" name="Rectangle 59"/>
          <p:cNvSpPr txBox="1">
            <a:spLocks noChangeArrowheads="1"/>
          </p:cNvSpPr>
          <p:nvPr/>
        </p:nvSpPr>
        <p:spPr bwMode="auto">
          <a:xfrm>
            <a:off x="4932040" y="2132856"/>
            <a:ext cx="1800200" cy="1828800"/>
          </a:xfrm>
          <a:prstGeom prst="rect">
            <a:avLst/>
          </a:prstGeom>
          <a:noFill/>
          <a:ln>
            <a:solidFill>
              <a:schemeClr val="hlink"/>
            </a:solidFill>
            <a:miter lim="800000"/>
            <a:headEnd/>
            <a:tailEnd/>
          </a:ln>
        </p:spPr>
        <p:txBody>
          <a:bodyPr lIns="45720" tIns="27432" rIns="45720" bIns="27432" anchor="t" anchorCtr="0"/>
          <a:lstStyle/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200" dirty="0" smtClean="0">
                <a:latin typeface="Arial" pitchFamily="34" charset="0"/>
                <a:cs typeface="Arial" pitchFamily="34" charset="0"/>
              </a:rPr>
              <a:t>As the demand team was not able to find a project for me. I personally sought and found my own project venturing outside of my group</a:t>
            </a:r>
          </a:p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endParaRPr lang="en-AU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Rectangle 59"/>
          <p:cNvSpPr txBox="1">
            <a:spLocks noChangeArrowheads="1"/>
          </p:cNvSpPr>
          <p:nvPr/>
        </p:nvSpPr>
        <p:spPr bwMode="auto">
          <a:xfrm>
            <a:off x="6876256" y="2132856"/>
            <a:ext cx="1800200" cy="1828800"/>
          </a:xfrm>
          <a:prstGeom prst="rect">
            <a:avLst/>
          </a:prstGeom>
          <a:noFill/>
          <a:ln>
            <a:solidFill>
              <a:schemeClr val="hlink"/>
            </a:solidFill>
            <a:miter lim="800000"/>
            <a:headEnd/>
            <a:tailEnd/>
          </a:ln>
        </p:spPr>
        <p:txBody>
          <a:bodyPr lIns="45720" tIns="27432" rIns="45720" bIns="27432" anchor="t" anchorCtr="0"/>
          <a:lstStyle/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200" dirty="0" smtClean="0">
                <a:latin typeface="Arial" pitchFamily="34" charset="0"/>
                <a:cs typeface="Arial" pitchFamily="34" charset="0"/>
              </a:rPr>
              <a:t>Sought out the Un/</a:t>
            </a:r>
            <a:r>
              <a:rPr lang="en-AU" sz="1200" dirty="0" err="1" smtClean="0">
                <a:latin typeface="Arial" pitchFamily="34" charset="0"/>
                <a:cs typeface="Arial" pitchFamily="34" charset="0"/>
              </a:rPr>
              <a:t>Underbanked</a:t>
            </a:r>
            <a:r>
              <a:rPr lang="en-AU" sz="1200" dirty="0" smtClean="0">
                <a:latin typeface="Arial" pitchFamily="34" charset="0"/>
                <a:cs typeface="Arial" pitchFamily="34" charset="0"/>
              </a:rPr>
              <a:t> team and joined the Intellectual Capital Team of .</a:t>
            </a:r>
          </a:p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200" dirty="0" smtClean="0">
                <a:latin typeface="Arial" pitchFamily="34" charset="0"/>
                <a:cs typeface="Arial" pitchFamily="34" charset="0"/>
              </a:rPr>
              <a:t>Responsible for research to support Un/</a:t>
            </a:r>
            <a:r>
              <a:rPr lang="en-AU" sz="1200" dirty="0" err="1" smtClean="0">
                <a:latin typeface="Arial" pitchFamily="34" charset="0"/>
                <a:cs typeface="Arial" pitchFamily="34" charset="0"/>
              </a:rPr>
              <a:t>Underbanked</a:t>
            </a:r>
            <a:r>
              <a:rPr lang="en-AU" sz="1200" dirty="0" smtClean="0">
                <a:latin typeface="Arial" pitchFamily="34" charset="0"/>
                <a:cs typeface="Arial" pitchFamily="34" charset="0"/>
              </a:rPr>
              <a:t> POV</a:t>
            </a:r>
            <a:r>
              <a:rPr lang="en-AU" sz="14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endParaRPr lang="en-AU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8" name="Rectangle 59"/>
          <p:cNvSpPr txBox="1">
            <a:spLocks noChangeArrowheads="1"/>
          </p:cNvSpPr>
          <p:nvPr/>
        </p:nvSpPr>
        <p:spPr bwMode="auto">
          <a:xfrm>
            <a:off x="611560" y="2132856"/>
            <a:ext cx="2304256" cy="1828800"/>
          </a:xfrm>
          <a:prstGeom prst="rect">
            <a:avLst/>
          </a:prstGeom>
          <a:noFill/>
          <a:ln>
            <a:solidFill>
              <a:schemeClr val="hlink"/>
            </a:solidFill>
            <a:miter lim="800000"/>
            <a:headEnd/>
            <a:tailEnd/>
          </a:ln>
        </p:spPr>
        <p:txBody>
          <a:bodyPr lIns="45720" tIns="27432" rIns="45720" bIns="27432" anchor="t" anchorCtr="0"/>
          <a:lstStyle/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200" dirty="0" smtClean="0">
                <a:latin typeface="Arial" pitchFamily="34" charset="0"/>
                <a:cs typeface="Arial" pitchFamily="34" charset="0"/>
              </a:rPr>
              <a:t>Reviewer on BK Team</a:t>
            </a: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200" dirty="0" smtClean="0">
                <a:latin typeface="Arial" pitchFamily="34" charset="0"/>
                <a:cs typeface="Arial" pitchFamily="34" charset="0"/>
              </a:rPr>
              <a:t>Provided Formal (PFF) and Informal Feedback to multiple associates</a:t>
            </a: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200" dirty="0" smtClean="0">
                <a:latin typeface="Arial" pitchFamily="34" charset="0"/>
                <a:cs typeface="Arial" pitchFamily="34" charset="0"/>
              </a:rPr>
              <a:t>Developed knowledge of CH 7 and 13 bankruptcy</a:t>
            </a: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200" dirty="0" smtClean="0">
                <a:latin typeface="Arial" pitchFamily="34" charset="0"/>
                <a:cs typeface="Arial" pitchFamily="34" charset="0"/>
              </a:rPr>
              <a:t>Concurrently invested in non IFR initiatives – recruiting, COI, attended business dev</a:t>
            </a:r>
          </a:p>
        </p:txBody>
      </p:sp>
      <p:sp>
        <p:nvSpPr>
          <p:cNvPr id="39" name="Rectangle 59"/>
          <p:cNvSpPr txBox="1">
            <a:spLocks noChangeArrowheads="1"/>
          </p:cNvSpPr>
          <p:nvPr/>
        </p:nvSpPr>
        <p:spPr bwMode="auto">
          <a:xfrm>
            <a:off x="2987824" y="4221088"/>
            <a:ext cx="1800200" cy="2448272"/>
          </a:xfrm>
          <a:prstGeom prst="rect">
            <a:avLst/>
          </a:prstGeom>
          <a:noFill/>
          <a:ln>
            <a:solidFill>
              <a:schemeClr val="hlink"/>
            </a:solidFill>
            <a:miter lim="800000"/>
            <a:headEnd/>
            <a:tailEnd/>
          </a:ln>
        </p:spPr>
        <p:txBody>
          <a:bodyPr lIns="45720" tIns="27432" rIns="45720" bIns="27432" anchor="t" anchorCtr="0"/>
          <a:lstStyle/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200" dirty="0" smtClean="0">
                <a:latin typeface="Arial" pitchFamily="34" charset="0"/>
                <a:cs typeface="Arial" pitchFamily="34" charset="0"/>
              </a:rPr>
              <a:t>Project Manager &amp; Content Developer for upcoming Credit Payments Training</a:t>
            </a:r>
          </a:p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200" dirty="0" smtClean="0">
                <a:latin typeface="Arial" pitchFamily="34" charset="0"/>
                <a:cs typeface="Arial" pitchFamily="34" charset="0"/>
              </a:rPr>
              <a:t>Contributed details of  Prepaid Card regulations and refined Financial Model for Prepaid Card Business Case</a:t>
            </a: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200" dirty="0" smtClean="0">
                <a:latin typeface="Arial" pitchFamily="34" charset="0"/>
                <a:cs typeface="Arial" pitchFamily="34" charset="0"/>
              </a:rPr>
              <a:t>16 hours or work in Payments (shadow)</a:t>
            </a:r>
          </a:p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endParaRPr lang="en-AU" sz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Rectangle 59"/>
          <p:cNvSpPr txBox="1">
            <a:spLocks noChangeArrowheads="1"/>
          </p:cNvSpPr>
          <p:nvPr/>
        </p:nvSpPr>
        <p:spPr bwMode="auto">
          <a:xfrm>
            <a:off x="4932040" y="4221088"/>
            <a:ext cx="1800200" cy="2448272"/>
          </a:xfrm>
          <a:prstGeom prst="rect">
            <a:avLst/>
          </a:prstGeom>
          <a:noFill/>
          <a:ln>
            <a:solidFill>
              <a:schemeClr val="hlink"/>
            </a:solidFill>
            <a:miter lim="800000"/>
            <a:headEnd/>
            <a:tailEnd/>
          </a:ln>
        </p:spPr>
        <p:txBody>
          <a:bodyPr lIns="45720" tIns="27432" rIns="45720" bIns="27432" anchor="t" anchorCtr="0"/>
          <a:lstStyle/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Should be Exceeds Expectations (TBD PFF IN PROGRESS)</a:t>
            </a: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200" dirty="0" smtClean="0">
                <a:latin typeface="Arial" pitchFamily="34" charset="0"/>
                <a:cs typeface="Arial" pitchFamily="34" charset="0"/>
              </a:rPr>
              <a:t>Built skills outside my group in Quote to Cash Process, billing systems and Enterprise Architecture</a:t>
            </a: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200" dirty="0" smtClean="0">
                <a:latin typeface="Arial" pitchFamily="34" charset="0"/>
                <a:cs typeface="Arial" pitchFamily="34" charset="0"/>
              </a:rPr>
              <a:t>Strong reputation in CIC Tech Sector Group</a:t>
            </a:r>
          </a:p>
        </p:txBody>
      </p:sp>
      <p:sp>
        <p:nvSpPr>
          <p:cNvPr id="41" name="Rectangle 59"/>
          <p:cNvSpPr txBox="1">
            <a:spLocks noChangeArrowheads="1"/>
          </p:cNvSpPr>
          <p:nvPr/>
        </p:nvSpPr>
        <p:spPr bwMode="auto">
          <a:xfrm>
            <a:off x="6876256" y="4221088"/>
            <a:ext cx="1800200" cy="2448272"/>
          </a:xfrm>
          <a:prstGeom prst="rect">
            <a:avLst/>
          </a:prstGeom>
          <a:noFill/>
          <a:ln>
            <a:solidFill>
              <a:schemeClr val="hlink"/>
            </a:solidFill>
            <a:miter lim="800000"/>
            <a:headEnd/>
            <a:tailEnd/>
          </a:ln>
        </p:spPr>
        <p:txBody>
          <a:bodyPr lIns="45720" tIns="27432" rIns="45720" bIns="27432" anchor="t" anchorCtr="0"/>
          <a:lstStyle/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200" dirty="0" smtClean="0">
                <a:latin typeface="Arial" pitchFamily="34" charset="0"/>
                <a:cs typeface="Arial" pitchFamily="34" charset="0"/>
              </a:rPr>
              <a:t>Personally drove our POV on the true size of the market </a:t>
            </a: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200" dirty="0" smtClean="0">
                <a:latin typeface="Arial" pitchFamily="34" charset="0"/>
                <a:cs typeface="Arial" pitchFamily="34" charset="0"/>
              </a:rPr>
              <a:t>Part of team of 3 that defined and refined the outline of POV</a:t>
            </a: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200" dirty="0" smtClean="0">
                <a:latin typeface="Arial" pitchFamily="34" charset="0"/>
                <a:cs typeface="Arial" pitchFamily="34" charset="0"/>
              </a:rPr>
              <a:t>Part of Team of 4 that developed hypothesis and  currently developing specific survey questions for final POV</a:t>
            </a:r>
          </a:p>
        </p:txBody>
      </p:sp>
      <p:sp>
        <p:nvSpPr>
          <p:cNvPr id="42" name="Rectangle 41"/>
          <p:cNvSpPr>
            <a:spLocks noChangeArrowheads="1"/>
          </p:cNvSpPr>
          <p:nvPr/>
        </p:nvSpPr>
        <p:spPr bwMode="auto">
          <a:xfrm rot="16200000">
            <a:off x="-557729" y="2864376"/>
            <a:ext cx="1828800" cy="365760"/>
          </a:xfrm>
          <a:prstGeom prst="rect">
            <a:avLst/>
          </a:prstGeom>
          <a:solidFill>
            <a:schemeClr val="folHlink"/>
          </a:solidFill>
          <a:ln w="12700" algn="ctr">
            <a:solidFill>
              <a:schemeClr val="tx2"/>
            </a:solidFill>
            <a:miter lim="800000"/>
            <a:headEnd/>
            <a:tailEnd/>
          </a:ln>
        </p:spPr>
        <p:txBody>
          <a:bodyPr lIns="45720" tIns="27432" rIns="45720" bIns="27432" anchor="ctr"/>
          <a:lstStyle/>
          <a:p>
            <a:pPr algn="ctr">
              <a:spcAft>
                <a:spcPts val="400"/>
              </a:spcAft>
            </a:pPr>
            <a:r>
              <a:rPr lang="en-AU" sz="1400" dirty="0" smtClean="0">
                <a:solidFill>
                  <a:schemeClr val="bg2"/>
                </a:solidFill>
                <a:latin typeface="Arial" pitchFamily="34" charset="0"/>
                <a:cs typeface="Arial" pitchFamily="34" charset="0"/>
              </a:rPr>
              <a:t>Actions</a:t>
            </a:r>
            <a:endParaRPr lang="en-AU" sz="1400" dirty="0">
              <a:solidFill>
                <a:schemeClr val="bg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3" name="Rectangle 42"/>
          <p:cNvSpPr>
            <a:spLocks noChangeArrowheads="1"/>
          </p:cNvSpPr>
          <p:nvPr/>
        </p:nvSpPr>
        <p:spPr bwMode="auto">
          <a:xfrm rot="16200000">
            <a:off x="-877769" y="5252040"/>
            <a:ext cx="2468880" cy="365760"/>
          </a:xfrm>
          <a:prstGeom prst="rect">
            <a:avLst/>
          </a:prstGeom>
          <a:solidFill>
            <a:schemeClr val="folHlink"/>
          </a:solidFill>
          <a:ln w="12700" algn="ctr">
            <a:solidFill>
              <a:schemeClr val="tx2"/>
            </a:solidFill>
            <a:miter lim="800000"/>
            <a:headEnd/>
            <a:tailEnd/>
          </a:ln>
        </p:spPr>
        <p:txBody>
          <a:bodyPr lIns="45720" tIns="27432" rIns="45720" bIns="27432" anchor="ctr"/>
          <a:lstStyle/>
          <a:p>
            <a:pPr algn="ctr">
              <a:spcAft>
                <a:spcPts val="400"/>
              </a:spcAft>
            </a:pPr>
            <a:r>
              <a:rPr lang="en-AU" sz="1400" dirty="0" smtClean="0">
                <a:solidFill>
                  <a:schemeClr val="bg2"/>
                </a:solidFill>
                <a:latin typeface="Arial" pitchFamily="34" charset="0"/>
                <a:cs typeface="Arial" pitchFamily="34" charset="0"/>
              </a:rPr>
              <a:t>Results &amp; Impact</a:t>
            </a:r>
            <a:endParaRPr lang="en-AU" sz="1400" dirty="0">
              <a:solidFill>
                <a:schemeClr val="bg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4" name="Rectangle 59"/>
          <p:cNvSpPr txBox="1">
            <a:spLocks noChangeArrowheads="1"/>
          </p:cNvSpPr>
          <p:nvPr/>
        </p:nvSpPr>
        <p:spPr bwMode="auto">
          <a:xfrm>
            <a:off x="611560" y="4221088"/>
            <a:ext cx="2304288" cy="2448272"/>
          </a:xfrm>
          <a:prstGeom prst="rect">
            <a:avLst/>
          </a:prstGeom>
          <a:noFill/>
          <a:ln>
            <a:solidFill>
              <a:schemeClr val="hlink"/>
            </a:solidFill>
            <a:miter lim="800000"/>
            <a:headEnd/>
            <a:tailEnd/>
          </a:ln>
        </p:spPr>
        <p:txBody>
          <a:bodyPr lIns="45720" tIns="27432" rIns="45720" bIns="27432" anchor="t" anchorCtr="0"/>
          <a:lstStyle/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200" dirty="0" smtClean="0">
                <a:latin typeface="Arial" pitchFamily="34" charset="0"/>
                <a:cs typeface="Arial" pitchFamily="34" charset="0"/>
              </a:rPr>
              <a:t>“</a:t>
            </a:r>
            <a:r>
              <a:rPr lang="en-US" sz="1200" dirty="0" smtClean="0">
                <a:latin typeface="Arial" pitchFamily="34" charset="0"/>
                <a:cs typeface="Arial" pitchFamily="34" charset="0"/>
              </a:rPr>
              <a:t>Overall, I would rate Ore as a solid performer and…”</a:t>
            </a:r>
            <a:endParaRPr lang="en-AU" sz="1200" dirty="0" smtClean="0">
              <a:latin typeface="Arial" pitchFamily="34" charset="0"/>
              <a:cs typeface="Arial" pitchFamily="34" charset="0"/>
            </a:endParaRPr>
          </a:p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200" dirty="0" smtClean="0">
                <a:latin typeface="Arial" pitchFamily="34" charset="0"/>
                <a:cs typeface="Arial" pitchFamily="34" charset="0"/>
              </a:rPr>
              <a:t>“Impressed his managers and peers with his work ethic and diligence” showed “Ability to be very attentive to detail”</a:t>
            </a: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200" dirty="0" smtClean="0">
                <a:latin typeface="Arial" pitchFamily="34" charset="0"/>
                <a:cs typeface="Arial" pitchFamily="34" charset="0"/>
              </a:rPr>
              <a:t>“</a:t>
            </a:r>
            <a:r>
              <a:rPr lang="en-US" sz="1200" dirty="0" smtClean="0">
                <a:latin typeface="Arial" pitchFamily="34" charset="0"/>
                <a:cs typeface="Arial" pitchFamily="34" charset="0"/>
              </a:rPr>
              <a:t>communicates with a lot of clarity, purpose and honesty and….</a:t>
            </a:r>
            <a:endParaRPr lang="en-AU" sz="1200" dirty="0" smtClean="0">
              <a:latin typeface="Arial" pitchFamily="34" charset="0"/>
              <a:cs typeface="Arial" pitchFamily="34" charset="0"/>
            </a:endParaRP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200" dirty="0" smtClean="0">
                <a:latin typeface="Arial" pitchFamily="34" charset="0"/>
                <a:cs typeface="Arial" pitchFamily="34" charset="0"/>
              </a:rPr>
              <a:t>Was one of the early adopters of Spark and…</a:t>
            </a:r>
            <a:endParaRPr lang="en-AU" sz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5" name="AutoShape 7"/>
          <p:cNvSpPr>
            <a:spLocks noChangeArrowheads="1"/>
          </p:cNvSpPr>
          <p:nvPr/>
        </p:nvSpPr>
        <p:spPr bwMode="auto">
          <a:xfrm rot="10800000">
            <a:off x="2339753" y="4011919"/>
            <a:ext cx="4480560" cy="13716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  <a:headEnd type="none" w="sm" len="sm"/>
            <a:tailEnd type="none" w="med" len="lg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ot="10800000" wrap="none" tIns="91440" bIns="9144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hangingPunct="0">
              <a:lnSpc>
                <a:spcPct val="95000"/>
              </a:lnSpc>
              <a:spcBef>
                <a:spcPct val="35000"/>
              </a:spcBef>
              <a:spcAft>
                <a:spcPct val="20000"/>
              </a:spcAft>
              <a:buSzPct val="90000"/>
              <a:buFontTx/>
              <a:buChar char="•"/>
              <a:defRPr/>
            </a:pPr>
            <a:endParaRPr lang="en-GB" sz="800" dirty="0">
              <a:effectLst>
                <a:outerShdw blurRad="38100" dist="38100" dir="2700000" algn="tl">
                  <a:srgbClr val="000000"/>
                </a:outerShdw>
              </a:effectLst>
              <a:ea typeface="ヒラギノ角ゴ Pro W3" pitchFamily="-76" charset="-128"/>
              <a:cs typeface="+mn-cs"/>
            </a:endParaRPr>
          </a:p>
        </p:txBody>
      </p:sp>
      <p:sp>
        <p:nvSpPr>
          <p:cNvPr id="50" name="Cloud 49"/>
          <p:cNvSpPr/>
          <p:nvPr/>
        </p:nvSpPr>
        <p:spPr bwMode="ltGray">
          <a:xfrm>
            <a:off x="7740352" y="764704"/>
            <a:ext cx="1403648" cy="759335"/>
          </a:xfrm>
          <a:prstGeom prst="cloud">
            <a:avLst/>
          </a:prstGeom>
          <a:solidFill>
            <a:schemeClr val="accent5">
              <a:lumMod val="60000"/>
              <a:lumOff val="40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101882" tIns="50941" rIns="101882" bIns="50941" anchor="ctr"/>
          <a:lstStyle/>
          <a:p>
            <a:pPr algn="ctr">
              <a:defRPr/>
            </a:pPr>
            <a:r>
              <a:rPr lang="en-US" sz="1200" b="1" dirty="0" smtClean="0">
                <a:solidFill>
                  <a:schemeClr val="tx1"/>
                </a:solidFill>
              </a:rPr>
              <a:t>5 yr w/PwC milestone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51" name="Cloud 50"/>
          <p:cNvSpPr/>
          <p:nvPr/>
        </p:nvSpPr>
        <p:spPr bwMode="ltGray">
          <a:xfrm>
            <a:off x="2987824" y="797457"/>
            <a:ext cx="1403648" cy="759335"/>
          </a:xfrm>
          <a:prstGeom prst="cloud">
            <a:avLst/>
          </a:prstGeom>
          <a:solidFill>
            <a:schemeClr val="accent5">
              <a:lumMod val="60000"/>
              <a:lumOff val="40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101882" tIns="50941" rIns="101882" bIns="50941" anchor="ctr"/>
          <a:lstStyle/>
          <a:p>
            <a:pPr algn="ctr">
              <a:defRPr/>
            </a:pPr>
            <a:r>
              <a:rPr lang="en-US" sz="1200" b="1" dirty="0" err="1" smtClean="0">
                <a:solidFill>
                  <a:schemeClr val="tx1"/>
                </a:solidFill>
              </a:rPr>
              <a:t>Mnpls</a:t>
            </a:r>
            <a:r>
              <a:rPr lang="en-US" sz="1200" b="1" dirty="0" smtClean="0">
                <a:solidFill>
                  <a:schemeClr val="tx1"/>
                </a:solidFill>
              </a:rPr>
              <a:t> Case 4 Carlson Team</a:t>
            </a:r>
            <a:endParaRPr lang="en-US" sz="1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_Orange_18 font">
  <a:themeElements>
    <a:clrScheme name="PwC Burgundy">
      <a:dk1>
        <a:srgbClr val="000000"/>
      </a:dk1>
      <a:lt1>
        <a:srgbClr val="FFFFFF"/>
      </a:lt1>
      <a:dk2>
        <a:srgbClr val="A32020"/>
      </a:dk2>
      <a:lt2>
        <a:srgbClr val="FFFFFF"/>
      </a:lt2>
      <a:accent1>
        <a:srgbClr val="A32020"/>
      </a:accent1>
      <a:accent2>
        <a:srgbClr val="E0301E"/>
      </a:accent2>
      <a:accent3>
        <a:srgbClr val="602320"/>
      </a:accent3>
      <a:accent4>
        <a:srgbClr val="DB536A"/>
      </a:accent4>
      <a:accent5>
        <a:srgbClr val="DC6900"/>
      </a:accent5>
      <a:accent6>
        <a:srgbClr val="FFB600"/>
      </a:accent6>
      <a:hlink>
        <a:srgbClr val="A32020"/>
      </a:hlink>
      <a:folHlink>
        <a:srgbClr val="A32020"/>
      </a:folHlink>
    </a:clrScheme>
    <a:fontScheme name="PwC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chemeClr val="tx2">
              <a:lumMod val="40000"/>
              <a:lumOff val="60000"/>
            </a:schemeClr>
          </a:solidFill>
          <a:prstDash val="dash"/>
          <a:miter lim="800000"/>
          <a:headEnd/>
          <a:tailEnd/>
        </a:ln>
        <a:effectLst/>
      </a:spPr>
      <a:bodyPr lIns="45720" tIns="27432" rIns="45720" bIns="27432" anchor="t" anchorCtr="0"/>
      <a:lstStyle>
        <a:defPPr eaLnBrk="0" hangingPunct="0">
          <a:spcAft>
            <a:spcPts val="400"/>
          </a:spcAft>
          <a:defRPr sz="1000" b="1" dirty="0">
            <a:latin typeface="Georgia" pitchFamily="18" charset="0"/>
          </a:defRPr>
        </a:defPPr>
      </a:lstStyle>
    </a:spDef>
    <a:txDef>
      <a:spPr>
        <a:noFill/>
      </a:spPr>
      <a:bodyPr vert="horz" wrap="square" lIns="0" tIns="0" rIns="0" bIns="0" rtlCol="0">
        <a:noAutofit/>
      </a:bodyPr>
      <a:lstStyle>
        <a:defPPr indent="-274320">
          <a:spcAft>
            <a:spcPts val="900"/>
          </a:spcAft>
          <a:defRPr sz="2000" dirty="0" err="1" smtClean="0">
            <a:latin typeface="Georgia" pitchFamily="18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301</TotalTime>
  <Words>852</Words>
  <Application>Microsoft Office PowerPoint</Application>
  <PresentationFormat>On-screen Show (4:3)</PresentationFormat>
  <Paragraphs>91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Presentation_Orange_18 font</vt:lpstr>
      <vt:lpstr>In his 5th year with PwC, Ore made significant impact in four ways </vt:lpstr>
      <vt:lpstr>My FY13 Story </vt:lpstr>
    </vt:vector>
  </TitlesOfParts>
  <Company>PricewaterhouseCoopers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Olubusayo O Phillips</dc:creator>
  <cp:lastModifiedBy>Windows User</cp:lastModifiedBy>
  <cp:revision>14</cp:revision>
  <dcterms:created xsi:type="dcterms:W3CDTF">2011-01-27T12:14:14Z</dcterms:created>
  <dcterms:modified xsi:type="dcterms:W3CDTF">2013-04-08T14:36:15Z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B template version">
    <vt:lpwstr>6</vt:lpwstr>
  </property>
  <property fmtid="{D5CDD505-2E9C-101B-9397-08002B2CF9AE}" pid="3" name="TB template type">
    <vt:lpwstr>Onscreen</vt:lpwstr>
  </property>
  <property fmtid="{D5CDD505-2E9C-101B-9397-08002B2CF9AE}" pid="4" name="Template created by">
    <vt:lpwstr>PwC</vt:lpwstr>
  </property>
  <property fmtid="{D5CDD505-2E9C-101B-9397-08002B2CF9AE}" pid="5" name="Template version">
    <vt:lpwstr>5</vt:lpwstr>
  </property>
</Properties>
</file>